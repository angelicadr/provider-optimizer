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39EEEE-3A0A-4A51-8019-4E6833E9022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B042A7D-A6D1-44E5-9BE5-7D687931FFBA}">
      <dgm:prSet/>
      <dgm:spPr/>
      <dgm:t>
        <a:bodyPr/>
        <a:lstStyle/>
        <a:p>
          <a:pPr>
            <a:defRPr cap="all"/>
          </a:pPr>
          <a:r>
            <a:rPr lang="es-CO" noProof="0" dirty="0" err="1"/>
            <a:t>Backend</a:t>
          </a:r>
          <a:r>
            <a:rPr lang="es-CO" noProof="0" dirty="0"/>
            <a:t>: .NET 8 (</a:t>
          </a:r>
          <a:r>
            <a:rPr lang="es-CO" noProof="0" dirty="0" err="1"/>
            <a:t>Minimal</a:t>
          </a:r>
          <a:r>
            <a:rPr lang="es-CO" noProof="0" dirty="0"/>
            <a:t> API)</a:t>
          </a:r>
        </a:p>
      </dgm:t>
    </dgm:pt>
    <dgm:pt modelId="{4E8D8B8B-1A66-44AC-9C78-0A0E4C836FAF}" type="parTrans" cxnId="{417E90B0-44F0-424E-B58A-56A197724143}">
      <dgm:prSet/>
      <dgm:spPr/>
      <dgm:t>
        <a:bodyPr/>
        <a:lstStyle/>
        <a:p>
          <a:endParaRPr lang="en-US"/>
        </a:p>
      </dgm:t>
    </dgm:pt>
    <dgm:pt modelId="{E583EB86-2E6D-4224-AC65-45D8592C7303}" type="sibTrans" cxnId="{417E90B0-44F0-424E-B58A-56A197724143}">
      <dgm:prSet/>
      <dgm:spPr/>
      <dgm:t>
        <a:bodyPr/>
        <a:lstStyle/>
        <a:p>
          <a:endParaRPr lang="en-US"/>
        </a:p>
      </dgm:t>
    </dgm:pt>
    <dgm:pt modelId="{89097876-F89A-42D3-8732-CECA42F72C25}">
      <dgm:prSet/>
      <dgm:spPr/>
      <dgm:t>
        <a:bodyPr/>
        <a:lstStyle/>
        <a:p>
          <a:pPr>
            <a:defRPr cap="all"/>
          </a:pPr>
          <a:r>
            <a:rPr lang="es-CO" noProof="0" dirty="0" err="1"/>
            <a:t>Frontend</a:t>
          </a:r>
          <a:r>
            <a:rPr lang="es-CO" noProof="0" dirty="0"/>
            <a:t>: </a:t>
          </a:r>
          <a:r>
            <a:rPr lang="es-CO" noProof="0" dirty="0" err="1"/>
            <a:t>React</a:t>
          </a:r>
          <a:r>
            <a:rPr lang="es-CO" noProof="0" dirty="0"/>
            <a:t> + Axios</a:t>
          </a:r>
        </a:p>
      </dgm:t>
    </dgm:pt>
    <dgm:pt modelId="{9E867777-296E-4354-82EC-5AA5E8C00456}" type="parTrans" cxnId="{857D41A2-1EB9-47A6-8F7F-F456EA8FBB65}">
      <dgm:prSet/>
      <dgm:spPr/>
      <dgm:t>
        <a:bodyPr/>
        <a:lstStyle/>
        <a:p>
          <a:endParaRPr lang="en-US"/>
        </a:p>
      </dgm:t>
    </dgm:pt>
    <dgm:pt modelId="{7181D3BE-1E3C-4FEE-9995-44A00822838B}" type="sibTrans" cxnId="{857D41A2-1EB9-47A6-8F7F-F456EA8FBB65}">
      <dgm:prSet/>
      <dgm:spPr/>
      <dgm:t>
        <a:bodyPr/>
        <a:lstStyle/>
        <a:p>
          <a:endParaRPr lang="en-US"/>
        </a:p>
      </dgm:t>
    </dgm:pt>
    <dgm:pt modelId="{DB5E1C9C-AC7D-4B91-A947-322D9C980E0A}">
      <dgm:prSet/>
      <dgm:spPr/>
      <dgm:t>
        <a:bodyPr/>
        <a:lstStyle/>
        <a:p>
          <a:pPr>
            <a:defRPr cap="all"/>
          </a:pPr>
          <a:r>
            <a:rPr lang="es-CO" noProof="0" dirty="0" err="1"/>
            <a:t>Realtime</a:t>
          </a:r>
          <a:r>
            <a:rPr lang="es-CO" noProof="0" dirty="0"/>
            <a:t>: </a:t>
          </a:r>
          <a:r>
            <a:rPr lang="es-CO" noProof="0" dirty="0" err="1"/>
            <a:t>SignalR</a:t>
          </a:r>
          <a:endParaRPr lang="es-CO" noProof="0" dirty="0"/>
        </a:p>
      </dgm:t>
    </dgm:pt>
    <dgm:pt modelId="{89FA4738-DAD2-4A2F-9F9C-CC2FFF7D2374}" type="parTrans" cxnId="{4AA12369-97AE-4368-A022-F61CF1CC589C}">
      <dgm:prSet/>
      <dgm:spPr/>
      <dgm:t>
        <a:bodyPr/>
        <a:lstStyle/>
        <a:p>
          <a:endParaRPr lang="en-US"/>
        </a:p>
      </dgm:t>
    </dgm:pt>
    <dgm:pt modelId="{24BAC412-24C1-4563-B8F0-DE26263611AF}" type="sibTrans" cxnId="{4AA12369-97AE-4368-A022-F61CF1CC589C}">
      <dgm:prSet/>
      <dgm:spPr/>
      <dgm:t>
        <a:bodyPr/>
        <a:lstStyle/>
        <a:p>
          <a:endParaRPr lang="en-US"/>
        </a:p>
      </dgm:t>
    </dgm:pt>
    <dgm:pt modelId="{A0421B4D-8F7A-4E9A-BD0F-F049FD101069}">
      <dgm:prSet/>
      <dgm:spPr/>
      <dgm:t>
        <a:bodyPr/>
        <a:lstStyle/>
        <a:p>
          <a:pPr>
            <a:defRPr cap="all"/>
          </a:pPr>
          <a:r>
            <a:rPr lang="es-CO" noProof="0" dirty="0"/>
            <a:t>Infraestructura: Docker, Docker </a:t>
          </a:r>
          <a:r>
            <a:rPr lang="es-CO" noProof="0" dirty="0" err="1"/>
            <a:t>Compose</a:t>
          </a:r>
          <a:endParaRPr lang="es-CO" noProof="0" dirty="0"/>
        </a:p>
      </dgm:t>
    </dgm:pt>
    <dgm:pt modelId="{457579AE-BDDD-4C10-A8C0-26F57FE4399F}" type="parTrans" cxnId="{0F887043-2116-4703-A80E-F89C031211CC}">
      <dgm:prSet/>
      <dgm:spPr/>
      <dgm:t>
        <a:bodyPr/>
        <a:lstStyle/>
        <a:p>
          <a:endParaRPr lang="en-US"/>
        </a:p>
      </dgm:t>
    </dgm:pt>
    <dgm:pt modelId="{42157AB7-2953-46C6-9A61-CB50D6155969}" type="sibTrans" cxnId="{0F887043-2116-4703-A80E-F89C031211CC}">
      <dgm:prSet/>
      <dgm:spPr/>
      <dgm:t>
        <a:bodyPr/>
        <a:lstStyle/>
        <a:p>
          <a:endParaRPr lang="en-US"/>
        </a:p>
      </dgm:t>
    </dgm:pt>
    <dgm:pt modelId="{819B93AE-C16A-41E5-9D50-D6416FE80BD5}">
      <dgm:prSet/>
      <dgm:spPr/>
      <dgm:t>
        <a:bodyPr/>
        <a:lstStyle/>
        <a:p>
          <a:pPr>
            <a:defRPr cap="all"/>
          </a:pPr>
          <a:r>
            <a:rPr lang="es-CO" noProof="0" dirty="0"/>
            <a:t>Control de versión: GitHub</a:t>
          </a:r>
        </a:p>
      </dgm:t>
    </dgm:pt>
    <dgm:pt modelId="{A8D69506-C3CC-4035-A0C0-92A22B32E507}" type="parTrans" cxnId="{5319C8E1-80CD-41E0-9484-B35E92833176}">
      <dgm:prSet/>
      <dgm:spPr/>
      <dgm:t>
        <a:bodyPr/>
        <a:lstStyle/>
        <a:p>
          <a:endParaRPr lang="en-US"/>
        </a:p>
      </dgm:t>
    </dgm:pt>
    <dgm:pt modelId="{93413337-0853-460B-8A78-ED1C86B00DDC}" type="sibTrans" cxnId="{5319C8E1-80CD-41E0-9484-B35E92833176}">
      <dgm:prSet/>
      <dgm:spPr/>
      <dgm:t>
        <a:bodyPr/>
        <a:lstStyle/>
        <a:p>
          <a:endParaRPr lang="en-US"/>
        </a:p>
      </dgm:t>
    </dgm:pt>
    <dgm:pt modelId="{59098935-E1E5-47B0-9375-856664B27713}">
      <dgm:prSet/>
      <dgm:spPr/>
      <dgm:t>
        <a:bodyPr/>
        <a:lstStyle/>
        <a:p>
          <a:pPr>
            <a:defRPr cap="all"/>
          </a:pPr>
          <a:r>
            <a:rPr lang="es-CO" noProof="0" dirty="0"/>
            <a:t>BD: PostgreSQL 14</a:t>
          </a:r>
        </a:p>
      </dgm:t>
    </dgm:pt>
    <dgm:pt modelId="{9CE0E4FC-A112-4C8A-935E-26821793D7B9}" type="sibTrans" cxnId="{9E8CEE49-1A9A-460F-89D1-C7D066D4902E}">
      <dgm:prSet/>
      <dgm:spPr/>
      <dgm:t>
        <a:bodyPr/>
        <a:lstStyle/>
        <a:p>
          <a:endParaRPr lang="en-US"/>
        </a:p>
      </dgm:t>
    </dgm:pt>
    <dgm:pt modelId="{339F8E0E-D916-4A9D-8228-004AD3AD3A3D}" type="parTrans" cxnId="{9E8CEE49-1A9A-460F-89D1-C7D066D4902E}">
      <dgm:prSet/>
      <dgm:spPr/>
      <dgm:t>
        <a:bodyPr/>
        <a:lstStyle/>
        <a:p>
          <a:endParaRPr lang="en-US"/>
        </a:p>
      </dgm:t>
    </dgm:pt>
    <dgm:pt modelId="{E467185A-37FA-43A9-B03F-FA7B222A622E}" type="pres">
      <dgm:prSet presAssocID="{C739EEEE-3A0A-4A51-8019-4E6833E90228}" presName="root" presStyleCnt="0">
        <dgm:presLayoutVars>
          <dgm:dir/>
          <dgm:resizeHandles val="exact"/>
        </dgm:presLayoutVars>
      </dgm:prSet>
      <dgm:spPr/>
    </dgm:pt>
    <dgm:pt modelId="{08A7A5EF-D8D5-4113-83A7-9883FBFEC688}" type="pres">
      <dgm:prSet presAssocID="{7B042A7D-A6D1-44E5-9BE5-7D687931FFBA}" presName="compNode" presStyleCnt="0"/>
      <dgm:spPr/>
    </dgm:pt>
    <dgm:pt modelId="{FEDAC931-08F2-42C0-B824-015A8FB5B214}" type="pres">
      <dgm:prSet presAssocID="{7B042A7D-A6D1-44E5-9BE5-7D687931FFBA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3B58EADE-7363-43B5-9644-A3721028F18F}" type="pres">
      <dgm:prSet presAssocID="{7B042A7D-A6D1-44E5-9BE5-7D687931FFB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 de datos"/>
        </a:ext>
      </dgm:extLst>
    </dgm:pt>
    <dgm:pt modelId="{3A6C6786-2DFF-4D41-87E3-18B332C7FAF7}" type="pres">
      <dgm:prSet presAssocID="{7B042A7D-A6D1-44E5-9BE5-7D687931FFBA}" presName="spaceRect" presStyleCnt="0"/>
      <dgm:spPr/>
    </dgm:pt>
    <dgm:pt modelId="{02715056-1F70-433F-8AF8-A7C6B3DA6042}" type="pres">
      <dgm:prSet presAssocID="{7B042A7D-A6D1-44E5-9BE5-7D687931FFBA}" presName="textRect" presStyleLbl="revTx" presStyleIdx="0" presStyleCnt="6">
        <dgm:presLayoutVars>
          <dgm:chMax val="1"/>
          <dgm:chPref val="1"/>
        </dgm:presLayoutVars>
      </dgm:prSet>
      <dgm:spPr/>
    </dgm:pt>
    <dgm:pt modelId="{D3B93B8E-3AF5-4CE6-8F0B-BDD2862FEDF9}" type="pres">
      <dgm:prSet presAssocID="{E583EB86-2E6D-4224-AC65-45D8592C7303}" presName="sibTrans" presStyleCnt="0"/>
      <dgm:spPr/>
    </dgm:pt>
    <dgm:pt modelId="{48D1C8EA-0776-4FEC-9AB3-6FE60D087192}" type="pres">
      <dgm:prSet presAssocID="{59098935-E1E5-47B0-9375-856664B27713}" presName="compNode" presStyleCnt="0"/>
      <dgm:spPr/>
    </dgm:pt>
    <dgm:pt modelId="{17653832-7B85-4F3C-8399-F86462841D70}" type="pres">
      <dgm:prSet presAssocID="{59098935-E1E5-47B0-9375-856664B27713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B2D76D85-D1EA-4C9A-B3F5-90AA79B95345}" type="pres">
      <dgm:prSet presAssocID="{59098935-E1E5-47B0-9375-856664B27713}" presName="iconRect" presStyleLbl="node1" presStyleIdx="1" presStyleCnt="6"/>
      <dgm:spPr>
        <a:blipFill>
          <a:blip xmlns:r="http://schemas.openxmlformats.org/officeDocument/2006/relationships" r:embed="rId3"/>
          <a:srcRect/>
          <a:stretch>
            <a:fillRect l="-1000" r="-1000"/>
          </a:stretch>
        </a:blipFill>
        <a:ln>
          <a:noFill/>
        </a:ln>
      </dgm:spPr>
    </dgm:pt>
    <dgm:pt modelId="{F46FA168-59DB-49F5-AE73-91E6995DF931}" type="pres">
      <dgm:prSet presAssocID="{59098935-E1E5-47B0-9375-856664B27713}" presName="spaceRect" presStyleCnt="0"/>
      <dgm:spPr/>
    </dgm:pt>
    <dgm:pt modelId="{7CDF617A-B328-4BA9-A1B4-F2B36C0BC45B}" type="pres">
      <dgm:prSet presAssocID="{59098935-E1E5-47B0-9375-856664B27713}" presName="textRect" presStyleLbl="revTx" presStyleIdx="1" presStyleCnt="6">
        <dgm:presLayoutVars>
          <dgm:chMax val="1"/>
          <dgm:chPref val="1"/>
        </dgm:presLayoutVars>
      </dgm:prSet>
      <dgm:spPr/>
    </dgm:pt>
    <dgm:pt modelId="{5CFAE7C5-3890-448F-B211-766AA3F59B19}" type="pres">
      <dgm:prSet presAssocID="{9CE0E4FC-A112-4C8A-935E-26821793D7B9}" presName="sibTrans" presStyleCnt="0"/>
      <dgm:spPr/>
    </dgm:pt>
    <dgm:pt modelId="{09F1BF21-9D34-4430-A8F3-4F547F95E278}" type="pres">
      <dgm:prSet presAssocID="{89097876-F89A-42D3-8732-CECA42F72C25}" presName="compNode" presStyleCnt="0"/>
      <dgm:spPr/>
    </dgm:pt>
    <dgm:pt modelId="{925EB9E6-691B-4961-805E-5AF388D3CBAA}" type="pres">
      <dgm:prSet presAssocID="{89097876-F89A-42D3-8732-CECA42F72C25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C72C87F-6910-40C2-AA7D-454DF6BF7B24}" type="pres">
      <dgm:prSet presAssocID="{89097876-F89A-42D3-8732-CECA42F72C25}" presName="iconRect" presStyleLbl="node1" presStyleIdx="2" presStyleCnt="6"/>
      <dgm:spPr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md (terminal) con relleno sólido"/>
        </a:ext>
      </dgm:extLst>
    </dgm:pt>
    <dgm:pt modelId="{5375EFBC-91B6-4499-8DEE-001B0288D489}" type="pres">
      <dgm:prSet presAssocID="{89097876-F89A-42D3-8732-CECA42F72C25}" presName="spaceRect" presStyleCnt="0"/>
      <dgm:spPr/>
    </dgm:pt>
    <dgm:pt modelId="{29F02FB1-F5E0-4CA0-94AE-456B310FB04F}" type="pres">
      <dgm:prSet presAssocID="{89097876-F89A-42D3-8732-CECA42F72C25}" presName="textRect" presStyleLbl="revTx" presStyleIdx="2" presStyleCnt="6">
        <dgm:presLayoutVars>
          <dgm:chMax val="1"/>
          <dgm:chPref val="1"/>
        </dgm:presLayoutVars>
      </dgm:prSet>
      <dgm:spPr/>
    </dgm:pt>
    <dgm:pt modelId="{6C2E8402-C360-4EB2-B710-74B2EE04E62B}" type="pres">
      <dgm:prSet presAssocID="{7181D3BE-1E3C-4FEE-9995-44A00822838B}" presName="sibTrans" presStyleCnt="0"/>
      <dgm:spPr/>
    </dgm:pt>
    <dgm:pt modelId="{F6DCF14A-11CA-419A-82D5-204F8D6AED24}" type="pres">
      <dgm:prSet presAssocID="{DB5E1C9C-AC7D-4B91-A947-322D9C980E0A}" presName="compNode" presStyleCnt="0"/>
      <dgm:spPr/>
    </dgm:pt>
    <dgm:pt modelId="{AEF1B611-92F1-4188-8487-4B47423F1EDD}" type="pres">
      <dgm:prSet presAssocID="{DB5E1C9C-AC7D-4B91-A947-322D9C980E0A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9ADD13B-4C03-4012-82AC-17B73C32246B}" type="pres">
      <dgm:prSet presAssocID="{DB5E1C9C-AC7D-4B91-A947-322D9C980E0A}" presName="iconRect" presStyleLbl="node1" presStyleIdx="3" presStyleCnt="6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5B525CB5-B6F3-4FA7-98D2-015B285027E3}" type="pres">
      <dgm:prSet presAssocID="{DB5E1C9C-AC7D-4B91-A947-322D9C980E0A}" presName="spaceRect" presStyleCnt="0"/>
      <dgm:spPr/>
    </dgm:pt>
    <dgm:pt modelId="{DF339BBE-A09D-4284-812B-2F9C78C475AD}" type="pres">
      <dgm:prSet presAssocID="{DB5E1C9C-AC7D-4B91-A947-322D9C980E0A}" presName="textRect" presStyleLbl="revTx" presStyleIdx="3" presStyleCnt="6">
        <dgm:presLayoutVars>
          <dgm:chMax val="1"/>
          <dgm:chPref val="1"/>
        </dgm:presLayoutVars>
      </dgm:prSet>
      <dgm:spPr/>
    </dgm:pt>
    <dgm:pt modelId="{405AD3F4-D066-4202-B9BF-CFCB35229FB1}" type="pres">
      <dgm:prSet presAssocID="{24BAC412-24C1-4563-B8F0-DE26263611AF}" presName="sibTrans" presStyleCnt="0"/>
      <dgm:spPr/>
    </dgm:pt>
    <dgm:pt modelId="{85CB22F4-9D99-4B68-9B97-3B6F4545734E}" type="pres">
      <dgm:prSet presAssocID="{A0421B4D-8F7A-4E9A-BD0F-F049FD101069}" presName="compNode" presStyleCnt="0"/>
      <dgm:spPr/>
    </dgm:pt>
    <dgm:pt modelId="{0327638B-73B1-470A-8303-8C23A4C4D099}" type="pres">
      <dgm:prSet presAssocID="{A0421B4D-8F7A-4E9A-BD0F-F049FD101069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F65A838-E0C3-42CA-85DA-995DFEE5CBA3}" type="pres">
      <dgm:prSet presAssocID="{A0421B4D-8F7A-4E9A-BD0F-F049FD101069}" presName="iconRect" presStyleLbl="node1" presStyleIdx="4" presStyleCnt="6"/>
      <dgm:spPr>
        <a:blipFill>
          <a:blip xmlns:r="http://schemas.openxmlformats.org/officeDocument/2006/relationships" r:embed="rId8"/>
          <a:srcRect/>
          <a:stretch>
            <a:fillRect l="-3000" r="-3000"/>
          </a:stretch>
        </a:blipFill>
        <a:ln>
          <a:noFill/>
        </a:ln>
      </dgm:spPr>
    </dgm:pt>
    <dgm:pt modelId="{A80CD741-CD06-46D5-B9CE-1FE72D8B6F43}" type="pres">
      <dgm:prSet presAssocID="{A0421B4D-8F7A-4E9A-BD0F-F049FD101069}" presName="spaceRect" presStyleCnt="0"/>
      <dgm:spPr/>
    </dgm:pt>
    <dgm:pt modelId="{F4B2F29B-66C1-4583-8951-25809CC8CABB}" type="pres">
      <dgm:prSet presAssocID="{A0421B4D-8F7A-4E9A-BD0F-F049FD101069}" presName="textRect" presStyleLbl="revTx" presStyleIdx="4" presStyleCnt="6">
        <dgm:presLayoutVars>
          <dgm:chMax val="1"/>
          <dgm:chPref val="1"/>
        </dgm:presLayoutVars>
      </dgm:prSet>
      <dgm:spPr/>
    </dgm:pt>
    <dgm:pt modelId="{625DC814-9EC9-4457-A5C8-B2B049E92981}" type="pres">
      <dgm:prSet presAssocID="{42157AB7-2953-46C6-9A61-CB50D6155969}" presName="sibTrans" presStyleCnt="0"/>
      <dgm:spPr/>
    </dgm:pt>
    <dgm:pt modelId="{33E93F7B-28A3-444F-A6EA-5EC408B0F2D0}" type="pres">
      <dgm:prSet presAssocID="{819B93AE-C16A-41E5-9D50-D6416FE80BD5}" presName="compNode" presStyleCnt="0"/>
      <dgm:spPr/>
    </dgm:pt>
    <dgm:pt modelId="{5C557FF0-2D95-441F-8A48-150A34DA14A7}" type="pres">
      <dgm:prSet presAssocID="{819B93AE-C16A-41E5-9D50-D6416FE80BD5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F6C16025-D0D4-43E2-8559-7B792DE58798}" type="pres">
      <dgm:prSet presAssocID="{819B93AE-C16A-41E5-9D50-D6416FE80BD5}" presName="iconRect" presStyleLbl="node1" presStyleIdx="5" presStyleCnt="6" custLinFactNeighborX="9276" custLinFactNeighborY="2319"/>
      <dgm:spPr>
        <a:blipFill>
          <a:blip xmlns:r="http://schemas.openxmlformats.org/officeDocument/2006/relationships" r:embed="rId9"/>
          <a:srcRect/>
          <a:stretch>
            <a:fillRect t="-5000" b="-5000"/>
          </a:stretch>
        </a:blipFill>
        <a:ln>
          <a:noFill/>
        </a:ln>
      </dgm:spPr>
    </dgm:pt>
    <dgm:pt modelId="{D287AB53-A054-4D78-971A-4B34DA3BF973}" type="pres">
      <dgm:prSet presAssocID="{819B93AE-C16A-41E5-9D50-D6416FE80BD5}" presName="spaceRect" presStyleCnt="0"/>
      <dgm:spPr/>
    </dgm:pt>
    <dgm:pt modelId="{F0B61D6E-7A60-4B7F-9D92-4D9EE3B42A26}" type="pres">
      <dgm:prSet presAssocID="{819B93AE-C16A-41E5-9D50-D6416FE80BD5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CC3F1D09-2442-489E-890F-78A736BC988C}" type="presOf" srcId="{C739EEEE-3A0A-4A51-8019-4E6833E90228}" destId="{E467185A-37FA-43A9-B03F-FA7B222A622E}" srcOrd="0" destOrd="0" presId="urn:microsoft.com/office/officeart/2018/5/layout/IconLeafLabelList"/>
    <dgm:cxn modelId="{195F850E-7ECF-4F01-AABC-67121BC5C0A8}" type="presOf" srcId="{A0421B4D-8F7A-4E9A-BD0F-F049FD101069}" destId="{F4B2F29B-66C1-4583-8951-25809CC8CABB}" srcOrd="0" destOrd="0" presId="urn:microsoft.com/office/officeart/2018/5/layout/IconLeafLabelList"/>
    <dgm:cxn modelId="{9062ED15-478E-461A-8651-F7DD23E9D265}" type="presOf" srcId="{7B042A7D-A6D1-44E5-9BE5-7D687931FFBA}" destId="{02715056-1F70-433F-8AF8-A7C6B3DA6042}" srcOrd="0" destOrd="0" presId="urn:microsoft.com/office/officeart/2018/5/layout/IconLeafLabelList"/>
    <dgm:cxn modelId="{0F887043-2116-4703-A80E-F89C031211CC}" srcId="{C739EEEE-3A0A-4A51-8019-4E6833E90228}" destId="{A0421B4D-8F7A-4E9A-BD0F-F049FD101069}" srcOrd="4" destOrd="0" parTransId="{457579AE-BDDD-4C10-A8C0-26F57FE4399F}" sibTransId="{42157AB7-2953-46C6-9A61-CB50D6155969}"/>
    <dgm:cxn modelId="{4AA12369-97AE-4368-A022-F61CF1CC589C}" srcId="{C739EEEE-3A0A-4A51-8019-4E6833E90228}" destId="{DB5E1C9C-AC7D-4B91-A947-322D9C980E0A}" srcOrd="3" destOrd="0" parTransId="{89FA4738-DAD2-4A2F-9F9C-CC2FFF7D2374}" sibTransId="{24BAC412-24C1-4563-B8F0-DE26263611AF}"/>
    <dgm:cxn modelId="{9E8CEE49-1A9A-460F-89D1-C7D066D4902E}" srcId="{C739EEEE-3A0A-4A51-8019-4E6833E90228}" destId="{59098935-E1E5-47B0-9375-856664B27713}" srcOrd="1" destOrd="0" parTransId="{339F8E0E-D916-4A9D-8228-004AD3AD3A3D}" sibTransId="{9CE0E4FC-A112-4C8A-935E-26821793D7B9}"/>
    <dgm:cxn modelId="{857D41A2-1EB9-47A6-8F7F-F456EA8FBB65}" srcId="{C739EEEE-3A0A-4A51-8019-4E6833E90228}" destId="{89097876-F89A-42D3-8732-CECA42F72C25}" srcOrd="2" destOrd="0" parTransId="{9E867777-296E-4354-82EC-5AA5E8C00456}" sibTransId="{7181D3BE-1E3C-4FEE-9995-44A00822838B}"/>
    <dgm:cxn modelId="{417E90B0-44F0-424E-B58A-56A197724143}" srcId="{C739EEEE-3A0A-4A51-8019-4E6833E90228}" destId="{7B042A7D-A6D1-44E5-9BE5-7D687931FFBA}" srcOrd="0" destOrd="0" parTransId="{4E8D8B8B-1A66-44AC-9C78-0A0E4C836FAF}" sibTransId="{E583EB86-2E6D-4224-AC65-45D8592C7303}"/>
    <dgm:cxn modelId="{5A45D1B4-EC64-4863-825F-9AAECD758A96}" type="presOf" srcId="{819B93AE-C16A-41E5-9D50-D6416FE80BD5}" destId="{F0B61D6E-7A60-4B7F-9D92-4D9EE3B42A26}" srcOrd="0" destOrd="0" presId="urn:microsoft.com/office/officeart/2018/5/layout/IconLeafLabelList"/>
    <dgm:cxn modelId="{223742D4-6C58-41D8-9070-0ABD92E542CF}" type="presOf" srcId="{59098935-E1E5-47B0-9375-856664B27713}" destId="{7CDF617A-B328-4BA9-A1B4-F2B36C0BC45B}" srcOrd="0" destOrd="0" presId="urn:microsoft.com/office/officeart/2018/5/layout/IconLeafLabelList"/>
    <dgm:cxn modelId="{4F4FC4D9-AC31-470B-B00B-0103C901F7C8}" type="presOf" srcId="{DB5E1C9C-AC7D-4B91-A947-322D9C980E0A}" destId="{DF339BBE-A09D-4284-812B-2F9C78C475AD}" srcOrd="0" destOrd="0" presId="urn:microsoft.com/office/officeart/2018/5/layout/IconLeafLabelList"/>
    <dgm:cxn modelId="{5319C8E1-80CD-41E0-9484-B35E92833176}" srcId="{C739EEEE-3A0A-4A51-8019-4E6833E90228}" destId="{819B93AE-C16A-41E5-9D50-D6416FE80BD5}" srcOrd="5" destOrd="0" parTransId="{A8D69506-C3CC-4035-A0C0-92A22B32E507}" sibTransId="{93413337-0853-460B-8A78-ED1C86B00DDC}"/>
    <dgm:cxn modelId="{86E948F4-1804-44D5-B1E7-58C145E9131F}" type="presOf" srcId="{89097876-F89A-42D3-8732-CECA42F72C25}" destId="{29F02FB1-F5E0-4CA0-94AE-456B310FB04F}" srcOrd="0" destOrd="0" presId="urn:microsoft.com/office/officeart/2018/5/layout/IconLeafLabelList"/>
    <dgm:cxn modelId="{395F3872-E26B-461D-98F4-FECF911FA370}" type="presParOf" srcId="{E467185A-37FA-43A9-B03F-FA7B222A622E}" destId="{08A7A5EF-D8D5-4113-83A7-9883FBFEC688}" srcOrd="0" destOrd="0" presId="urn:microsoft.com/office/officeart/2018/5/layout/IconLeafLabelList"/>
    <dgm:cxn modelId="{2A09ADB9-960F-4C7F-B39F-925F14CCDF91}" type="presParOf" srcId="{08A7A5EF-D8D5-4113-83A7-9883FBFEC688}" destId="{FEDAC931-08F2-42C0-B824-015A8FB5B214}" srcOrd="0" destOrd="0" presId="urn:microsoft.com/office/officeart/2018/5/layout/IconLeafLabelList"/>
    <dgm:cxn modelId="{878C93A2-C7BC-4F44-876D-385B0AFF7C75}" type="presParOf" srcId="{08A7A5EF-D8D5-4113-83A7-9883FBFEC688}" destId="{3B58EADE-7363-43B5-9644-A3721028F18F}" srcOrd="1" destOrd="0" presId="urn:microsoft.com/office/officeart/2018/5/layout/IconLeafLabelList"/>
    <dgm:cxn modelId="{86064C21-82E7-4206-895A-EAF13A39C8FC}" type="presParOf" srcId="{08A7A5EF-D8D5-4113-83A7-9883FBFEC688}" destId="{3A6C6786-2DFF-4D41-87E3-18B332C7FAF7}" srcOrd="2" destOrd="0" presId="urn:microsoft.com/office/officeart/2018/5/layout/IconLeafLabelList"/>
    <dgm:cxn modelId="{7EC36B83-5C4B-468A-9C6D-A482E4BF20CA}" type="presParOf" srcId="{08A7A5EF-D8D5-4113-83A7-9883FBFEC688}" destId="{02715056-1F70-433F-8AF8-A7C6B3DA6042}" srcOrd="3" destOrd="0" presId="urn:microsoft.com/office/officeart/2018/5/layout/IconLeafLabelList"/>
    <dgm:cxn modelId="{25EC6F28-4121-42DA-9AC5-BE16E59CEE75}" type="presParOf" srcId="{E467185A-37FA-43A9-B03F-FA7B222A622E}" destId="{D3B93B8E-3AF5-4CE6-8F0B-BDD2862FEDF9}" srcOrd="1" destOrd="0" presId="urn:microsoft.com/office/officeart/2018/5/layout/IconLeafLabelList"/>
    <dgm:cxn modelId="{27FC5A12-8D4A-426A-9142-605614AEC608}" type="presParOf" srcId="{E467185A-37FA-43A9-B03F-FA7B222A622E}" destId="{48D1C8EA-0776-4FEC-9AB3-6FE60D087192}" srcOrd="2" destOrd="0" presId="urn:microsoft.com/office/officeart/2018/5/layout/IconLeafLabelList"/>
    <dgm:cxn modelId="{0B82C13D-E589-4CEB-A1CF-C682167EE1E2}" type="presParOf" srcId="{48D1C8EA-0776-4FEC-9AB3-6FE60D087192}" destId="{17653832-7B85-4F3C-8399-F86462841D70}" srcOrd="0" destOrd="0" presId="urn:microsoft.com/office/officeart/2018/5/layout/IconLeafLabelList"/>
    <dgm:cxn modelId="{AE643FDD-BDA4-4644-A58E-07DD789CA591}" type="presParOf" srcId="{48D1C8EA-0776-4FEC-9AB3-6FE60D087192}" destId="{B2D76D85-D1EA-4C9A-B3F5-90AA79B95345}" srcOrd="1" destOrd="0" presId="urn:microsoft.com/office/officeart/2018/5/layout/IconLeafLabelList"/>
    <dgm:cxn modelId="{03491CC3-B48C-490D-880A-21A3009F897A}" type="presParOf" srcId="{48D1C8EA-0776-4FEC-9AB3-6FE60D087192}" destId="{F46FA168-59DB-49F5-AE73-91E6995DF931}" srcOrd="2" destOrd="0" presId="urn:microsoft.com/office/officeart/2018/5/layout/IconLeafLabelList"/>
    <dgm:cxn modelId="{BA786C29-3A39-416E-8508-B5C15ABA454D}" type="presParOf" srcId="{48D1C8EA-0776-4FEC-9AB3-6FE60D087192}" destId="{7CDF617A-B328-4BA9-A1B4-F2B36C0BC45B}" srcOrd="3" destOrd="0" presId="urn:microsoft.com/office/officeart/2018/5/layout/IconLeafLabelList"/>
    <dgm:cxn modelId="{5D7249CA-3D04-4440-A151-F991B4D3D819}" type="presParOf" srcId="{E467185A-37FA-43A9-B03F-FA7B222A622E}" destId="{5CFAE7C5-3890-448F-B211-766AA3F59B19}" srcOrd="3" destOrd="0" presId="urn:microsoft.com/office/officeart/2018/5/layout/IconLeafLabelList"/>
    <dgm:cxn modelId="{9ECB3C49-E010-475E-9468-E4687A08B0E3}" type="presParOf" srcId="{E467185A-37FA-43A9-B03F-FA7B222A622E}" destId="{09F1BF21-9D34-4430-A8F3-4F547F95E278}" srcOrd="4" destOrd="0" presId="urn:microsoft.com/office/officeart/2018/5/layout/IconLeafLabelList"/>
    <dgm:cxn modelId="{7B9AEC8C-36B8-4A24-98BD-1AFFEDAB7026}" type="presParOf" srcId="{09F1BF21-9D34-4430-A8F3-4F547F95E278}" destId="{925EB9E6-691B-4961-805E-5AF388D3CBAA}" srcOrd="0" destOrd="0" presId="urn:microsoft.com/office/officeart/2018/5/layout/IconLeafLabelList"/>
    <dgm:cxn modelId="{6366D8C3-B828-46EF-B1DB-85B8808427D0}" type="presParOf" srcId="{09F1BF21-9D34-4430-A8F3-4F547F95E278}" destId="{0C72C87F-6910-40C2-AA7D-454DF6BF7B24}" srcOrd="1" destOrd="0" presId="urn:microsoft.com/office/officeart/2018/5/layout/IconLeafLabelList"/>
    <dgm:cxn modelId="{478893BE-F434-46F1-A0A2-A2CB237F1845}" type="presParOf" srcId="{09F1BF21-9D34-4430-A8F3-4F547F95E278}" destId="{5375EFBC-91B6-4499-8DEE-001B0288D489}" srcOrd="2" destOrd="0" presId="urn:microsoft.com/office/officeart/2018/5/layout/IconLeafLabelList"/>
    <dgm:cxn modelId="{33821C65-8015-4506-8E35-96470930C7D6}" type="presParOf" srcId="{09F1BF21-9D34-4430-A8F3-4F547F95E278}" destId="{29F02FB1-F5E0-4CA0-94AE-456B310FB04F}" srcOrd="3" destOrd="0" presId="urn:microsoft.com/office/officeart/2018/5/layout/IconLeafLabelList"/>
    <dgm:cxn modelId="{A5C2609C-2A66-43FB-8F94-F71665C80526}" type="presParOf" srcId="{E467185A-37FA-43A9-B03F-FA7B222A622E}" destId="{6C2E8402-C360-4EB2-B710-74B2EE04E62B}" srcOrd="5" destOrd="0" presId="urn:microsoft.com/office/officeart/2018/5/layout/IconLeafLabelList"/>
    <dgm:cxn modelId="{D30B2988-4E37-4F92-BAEC-41ABE2716B66}" type="presParOf" srcId="{E467185A-37FA-43A9-B03F-FA7B222A622E}" destId="{F6DCF14A-11CA-419A-82D5-204F8D6AED24}" srcOrd="6" destOrd="0" presId="urn:microsoft.com/office/officeart/2018/5/layout/IconLeafLabelList"/>
    <dgm:cxn modelId="{EA5AF967-5219-4743-BCE6-B44F0338ED71}" type="presParOf" srcId="{F6DCF14A-11CA-419A-82D5-204F8D6AED24}" destId="{AEF1B611-92F1-4188-8487-4B47423F1EDD}" srcOrd="0" destOrd="0" presId="urn:microsoft.com/office/officeart/2018/5/layout/IconLeafLabelList"/>
    <dgm:cxn modelId="{9F0EEC1A-D46A-446C-836E-66C670B34ED9}" type="presParOf" srcId="{F6DCF14A-11CA-419A-82D5-204F8D6AED24}" destId="{89ADD13B-4C03-4012-82AC-17B73C32246B}" srcOrd="1" destOrd="0" presId="urn:microsoft.com/office/officeart/2018/5/layout/IconLeafLabelList"/>
    <dgm:cxn modelId="{95EFB064-F75B-42D2-8116-822762AC896C}" type="presParOf" srcId="{F6DCF14A-11CA-419A-82D5-204F8D6AED24}" destId="{5B525CB5-B6F3-4FA7-98D2-015B285027E3}" srcOrd="2" destOrd="0" presId="urn:microsoft.com/office/officeart/2018/5/layout/IconLeafLabelList"/>
    <dgm:cxn modelId="{0C74B79D-31C1-486D-971D-046FCBDB30C9}" type="presParOf" srcId="{F6DCF14A-11CA-419A-82D5-204F8D6AED24}" destId="{DF339BBE-A09D-4284-812B-2F9C78C475AD}" srcOrd="3" destOrd="0" presId="urn:microsoft.com/office/officeart/2018/5/layout/IconLeafLabelList"/>
    <dgm:cxn modelId="{ED175868-646D-4422-974B-503B141CBA6B}" type="presParOf" srcId="{E467185A-37FA-43A9-B03F-FA7B222A622E}" destId="{405AD3F4-D066-4202-B9BF-CFCB35229FB1}" srcOrd="7" destOrd="0" presId="urn:microsoft.com/office/officeart/2018/5/layout/IconLeafLabelList"/>
    <dgm:cxn modelId="{30CB4B15-F279-4B7D-BDD6-104C352B662C}" type="presParOf" srcId="{E467185A-37FA-43A9-B03F-FA7B222A622E}" destId="{85CB22F4-9D99-4B68-9B97-3B6F4545734E}" srcOrd="8" destOrd="0" presId="urn:microsoft.com/office/officeart/2018/5/layout/IconLeafLabelList"/>
    <dgm:cxn modelId="{21A24649-766F-4D3E-BF66-E7DBC4733C9C}" type="presParOf" srcId="{85CB22F4-9D99-4B68-9B97-3B6F4545734E}" destId="{0327638B-73B1-470A-8303-8C23A4C4D099}" srcOrd="0" destOrd="0" presId="urn:microsoft.com/office/officeart/2018/5/layout/IconLeafLabelList"/>
    <dgm:cxn modelId="{307F129E-B956-4B02-A39B-76A154F9DE93}" type="presParOf" srcId="{85CB22F4-9D99-4B68-9B97-3B6F4545734E}" destId="{8F65A838-E0C3-42CA-85DA-995DFEE5CBA3}" srcOrd="1" destOrd="0" presId="urn:microsoft.com/office/officeart/2018/5/layout/IconLeafLabelList"/>
    <dgm:cxn modelId="{FC68F4C0-EA23-49E9-9C65-39FD28827DBD}" type="presParOf" srcId="{85CB22F4-9D99-4B68-9B97-3B6F4545734E}" destId="{A80CD741-CD06-46D5-B9CE-1FE72D8B6F43}" srcOrd="2" destOrd="0" presId="urn:microsoft.com/office/officeart/2018/5/layout/IconLeafLabelList"/>
    <dgm:cxn modelId="{DE2B4546-D585-40CB-9BB2-A85BBDF7CD0A}" type="presParOf" srcId="{85CB22F4-9D99-4B68-9B97-3B6F4545734E}" destId="{F4B2F29B-66C1-4583-8951-25809CC8CABB}" srcOrd="3" destOrd="0" presId="urn:microsoft.com/office/officeart/2018/5/layout/IconLeafLabelList"/>
    <dgm:cxn modelId="{9CCBB5CC-7D79-4EB1-817C-9D855AAD4EA6}" type="presParOf" srcId="{E467185A-37FA-43A9-B03F-FA7B222A622E}" destId="{625DC814-9EC9-4457-A5C8-B2B049E92981}" srcOrd="9" destOrd="0" presId="urn:microsoft.com/office/officeart/2018/5/layout/IconLeafLabelList"/>
    <dgm:cxn modelId="{511E0331-D857-4093-9FD9-8DCB402B7590}" type="presParOf" srcId="{E467185A-37FA-43A9-B03F-FA7B222A622E}" destId="{33E93F7B-28A3-444F-A6EA-5EC408B0F2D0}" srcOrd="10" destOrd="0" presId="urn:microsoft.com/office/officeart/2018/5/layout/IconLeafLabelList"/>
    <dgm:cxn modelId="{E8F85CB3-B3FB-444A-8ADE-87E22889955F}" type="presParOf" srcId="{33E93F7B-28A3-444F-A6EA-5EC408B0F2D0}" destId="{5C557FF0-2D95-441F-8A48-150A34DA14A7}" srcOrd="0" destOrd="0" presId="urn:microsoft.com/office/officeart/2018/5/layout/IconLeafLabelList"/>
    <dgm:cxn modelId="{218F7E3F-663E-4CF7-960B-03C07C5905E9}" type="presParOf" srcId="{33E93F7B-28A3-444F-A6EA-5EC408B0F2D0}" destId="{F6C16025-D0D4-43E2-8559-7B792DE58798}" srcOrd="1" destOrd="0" presId="urn:microsoft.com/office/officeart/2018/5/layout/IconLeafLabelList"/>
    <dgm:cxn modelId="{D2A25D21-36A2-44C6-9CA0-7DEEAB05E9B2}" type="presParOf" srcId="{33E93F7B-28A3-444F-A6EA-5EC408B0F2D0}" destId="{D287AB53-A054-4D78-971A-4B34DA3BF973}" srcOrd="2" destOrd="0" presId="urn:microsoft.com/office/officeart/2018/5/layout/IconLeafLabelList"/>
    <dgm:cxn modelId="{249C7A7A-FEEF-40AA-AC28-9ED02E6DFEE9}" type="presParOf" srcId="{33E93F7B-28A3-444F-A6EA-5EC408B0F2D0}" destId="{F0B61D6E-7A60-4B7F-9D92-4D9EE3B42A26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545AC0-02CA-4F30-A76C-0CBE2FD97049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4210A52-A93F-4E9F-9CED-94EA4BA49DC6}">
      <dgm:prSet/>
      <dgm:spPr/>
      <dgm:t>
        <a:bodyPr/>
        <a:lstStyle/>
        <a:p>
          <a:r>
            <a:rPr lang="es-CO" noProof="0" dirty="0"/>
            <a:t>Microservicio </a:t>
          </a:r>
          <a:r>
            <a:rPr lang="es-CO" noProof="0" dirty="0" err="1"/>
            <a:t>Backend</a:t>
          </a:r>
          <a:r>
            <a:rPr lang="es-CO" noProof="0" dirty="0"/>
            <a:t> (.NET 8).</a:t>
          </a:r>
        </a:p>
      </dgm:t>
    </dgm:pt>
    <dgm:pt modelId="{B339309C-0A07-489E-AD5B-D831C6EC6763}" type="parTrans" cxnId="{6E346918-76A0-45AF-B5AD-3810398B07AB}">
      <dgm:prSet/>
      <dgm:spPr/>
      <dgm:t>
        <a:bodyPr/>
        <a:lstStyle/>
        <a:p>
          <a:endParaRPr lang="en-US"/>
        </a:p>
      </dgm:t>
    </dgm:pt>
    <dgm:pt modelId="{4AD81979-8FF6-4581-91B4-90583C955BE1}" type="sibTrans" cxnId="{6E346918-76A0-45AF-B5AD-3810398B07AB}">
      <dgm:prSet/>
      <dgm:spPr/>
      <dgm:t>
        <a:bodyPr/>
        <a:lstStyle/>
        <a:p>
          <a:endParaRPr lang="en-US"/>
        </a:p>
      </dgm:t>
    </dgm:pt>
    <dgm:pt modelId="{5CE5966E-0371-4762-BADB-1A6EB0C15EAB}">
      <dgm:prSet/>
      <dgm:spPr/>
      <dgm:t>
        <a:bodyPr/>
        <a:lstStyle/>
        <a:p>
          <a:r>
            <a:rPr lang="es-CO" noProof="0" dirty="0" err="1"/>
            <a:t>Frontend</a:t>
          </a:r>
          <a:r>
            <a:rPr lang="es-CO" noProof="0" dirty="0"/>
            <a:t> en </a:t>
          </a:r>
          <a:r>
            <a:rPr lang="es-CO" noProof="0" dirty="0" err="1"/>
            <a:t>React</a:t>
          </a:r>
          <a:r>
            <a:rPr lang="es-CO" noProof="0" dirty="0"/>
            <a:t> + </a:t>
          </a:r>
          <a:r>
            <a:rPr lang="es-CO" noProof="0" dirty="0" err="1"/>
            <a:t>Nginx</a:t>
          </a:r>
          <a:r>
            <a:rPr lang="es-CO" noProof="0" dirty="0"/>
            <a:t>.</a:t>
          </a:r>
        </a:p>
      </dgm:t>
    </dgm:pt>
    <dgm:pt modelId="{9427CE74-2D11-4FE8-A87C-4265C3F378ED}" type="parTrans" cxnId="{D8D67DFC-2DC2-45FB-BADB-8D919051AF6A}">
      <dgm:prSet/>
      <dgm:spPr/>
      <dgm:t>
        <a:bodyPr/>
        <a:lstStyle/>
        <a:p>
          <a:endParaRPr lang="en-US"/>
        </a:p>
      </dgm:t>
    </dgm:pt>
    <dgm:pt modelId="{F2689BA4-719A-4913-8287-9C1B97D45176}" type="sibTrans" cxnId="{D8D67DFC-2DC2-45FB-BADB-8D919051AF6A}">
      <dgm:prSet/>
      <dgm:spPr/>
      <dgm:t>
        <a:bodyPr/>
        <a:lstStyle/>
        <a:p>
          <a:endParaRPr lang="en-US"/>
        </a:p>
      </dgm:t>
    </dgm:pt>
    <dgm:pt modelId="{9200D05B-A0FF-45E4-9314-21561CD3A23C}">
      <dgm:prSet/>
      <dgm:spPr/>
      <dgm:t>
        <a:bodyPr/>
        <a:lstStyle/>
        <a:p>
          <a:r>
            <a:rPr lang="es-CO" noProof="0" dirty="0"/>
            <a:t>PostgreSQL como base de datos relacional.</a:t>
          </a:r>
        </a:p>
      </dgm:t>
    </dgm:pt>
    <dgm:pt modelId="{CB7600FA-DF11-4ACE-A831-88D74CD11A1E}" type="parTrans" cxnId="{99D559EC-461B-4244-8BFF-D616675E397B}">
      <dgm:prSet/>
      <dgm:spPr/>
      <dgm:t>
        <a:bodyPr/>
        <a:lstStyle/>
        <a:p>
          <a:endParaRPr lang="en-US"/>
        </a:p>
      </dgm:t>
    </dgm:pt>
    <dgm:pt modelId="{7AEBD454-1D68-4DD5-BDA9-8F1735F6FACA}" type="sibTrans" cxnId="{99D559EC-461B-4244-8BFF-D616675E397B}">
      <dgm:prSet/>
      <dgm:spPr/>
      <dgm:t>
        <a:bodyPr/>
        <a:lstStyle/>
        <a:p>
          <a:endParaRPr lang="en-US"/>
        </a:p>
      </dgm:t>
    </dgm:pt>
    <dgm:pt modelId="{E64CA625-963E-452A-A6B2-77596EE1CDD8}">
      <dgm:prSet/>
      <dgm:spPr/>
      <dgm:t>
        <a:bodyPr/>
        <a:lstStyle/>
        <a:p>
          <a:r>
            <a:rPr lang="es-CO" noProof="0" dirty="0"/>
            <a:t>Comunicación en tiempo real con </a:t>
          </a:r>
          <a:r>
            <a:rPr lang="es-CO" noProof="0" dirty="0" err="1"/>
            <a:t>SignalR</a:t>
          </a:r>
          <a:r>
            <a:rPr lang="es-CO" noProof="0" dirty="0"/>
            <a:t>.</a:t>
          </a:r>
        </a:p>
      </dgm:t>
    </dgm:pt>
    <dgm:pt modelId="{D7EF5FC3-BABC-4410-9B65-0A0ED32B8895}" type="parTrans" cxnId="{D2C81D5B-A4C4-492B-8500-5065BBA14351}">
      <dgm:prSet/>
      <dgm:spPr/>
      <dgm:t>
        <a:bodyPr/>
        <a:lstStyle/>
        <a:p>
          <a:endParaRPr lang="en-US"/>
        </a:p>
      </dgm:t>
    </dgm:pt>
    <dgm:pt modelId="{CEB40CC8-1663-4E4D-8B4F-B6D932FA8611}" type="sibTrans" cxnId="{D2C81D5B-A4C4-492B-8500-5065BBA14351}">
      <dgm:prSet/>
      <dgm:spPr/>
      <dgm:t>
        <a:bodyPr/>
        <a:lstStyle/>
        <a:p>
          <a:endParaRPr lang="en-US"/>
        </a:p>
      </dgm:t>
    </dgm:pt>
    <dgm:pt modelId="{8D795E16-07A8-4F57-B473-97D666A28984}">
      <dgm:prSet/>
      <dgm:spPr/>
      <dgm:t>
        <a:bodyPr/>
        <a:lstStyle/>
        <a:p>
          <a:r>
            <a:rPr lang="es-CO" noProof="0" dirty="0"/>
            <a:t>Infraestructura reproducible con Docker </a:t>
          </a:r>
          <a:r>
            <a:rPr lang="es-CO" noProof="0" dirty="0" err="1"/>
            <a:t>Compose</a:t>
          </a:r>
          <a:r>
            <a:rPr lang="es-CO" noProof="0" dirty="0"/>
            <a:t>.</a:t>
          </a:r>
        </a:p>
      </dgm:t>
    </dgm:pt>
    <dgm:pt modelId="{ADC6B8A7-97DF-4D20-90A8-FAF5953DBA29}" type="parTrans" cxnId="{B93FC9B1-FC14-4F7F-9399-5515C6646837}">
      <dgm:prSet/>
      <dgm:spPr/>
      <dgm:t>
        <a:bodyPr/>
        <a:lstStyle/>
        <a:p>
          <a:endParaRPr lang="en-US"/>
        </a:p>
      </dgm:t>
    </dgm:pt>
    <dgm:pt modelId="{31DBD63A-1D82-4B9E-9506-56E48F2FB561}" type="sibTrans" cxnId="{B93FC9B1-FC14-4F7F-9399-5515C6646837}">
      <dgm:prSet/>
      <dgm:spPr/>
      <dgm:t>
        <a:bodyPr/>
        <a:lstStyle/>
        <a:p>
          <a:endParaRPr lang="en-US"/>
        </a:p>
      </dgm:t>
    </dgm:pt>
    <dgm:pt modelId="{D00FFB06-6C80-4EB0-ADA5-CFBF17F3A7B5}" type="pres">
      <dgm:prSet presAssocID="{D0545AC0-02CA-4F30-A76C-0CBE2FD97049}" presName="linear" presStyleCnt="0">
        <dgm:presLayoutVars>
          <dgm:animLvl val="lvl"/>
          <dgm:resizeHandles val="exact"/>
        </dgm:presLayoutVars>
      </dgm:prSet>
      <dgm:spPr/>
    </dgm:pt>
    <dgm:pt modelId="{30763A22-DF28-4404-BE4B-A5FFF936AED8}" type="pres">
      <dgm:prSet presAssocID="{04210A52-A93F-4E9F-9CED-94EA4BA49DC6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8D2EF125-83AD-4403-B8D9-9AFB311A05FD}" type="pres">
      <dgm:prSet presAssocID="{4AD81979-8FF6-4581-91B4-90583C955BE1}" presName="spacer" presStyleCnt="0"/>
      <dgm:spPr/>
    </dgm:pt>
    <dgm:pt modelId="{E50B9FBE-E382-47A2-8B3A-B19D535B8D37}" type="pres">
      <dgm:prSet presAssocID="{5CE5966E-0371-4762-BADB-1A6EB0C15EA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0277B66-8C24-4BC4-A1EC-F77947D64BC7}" type="pres">
      <dgm:prSet presAssocID="{F2689BA4-719A-4913-8287-9C1B97D45176}" presName="spacer" presStyleCnt="0"/>
      <dgm:spPr/>
    </dgm:pt>
    <dgm:pt modelId="{C35E22B1-495A-498F-B9A9-0BE4DC0611D6}" type="pres">
      <dgm:prSet presAssocID="{9200D05B-A0FF-45E4-9314-21561CD3A23C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7F5038F-ED0B-4BBF-BC20-DEE2445E7D1B}" type="pres">
      <dgm:prSet presAssocID="{7AEBD454-1D68-4DD5-BDA9-8F1735F6FACA}" presName="spacer" presStyleCnt="0"/>
      <dgm:spPr/>
    </dgm:pt>
    <dgm:pt modelId="{CF2F2F3C-CA73-4D31-8DB4-2CCF0CEC647C}" type="pres">
      <dgm:prSet presAssocID="{E64CA625-963E-452A-A6B2-77596EE1CDD8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182D73A-BDC6-44BC-9A28-30F4BC128412}" type="pres">
      <dgm:prSet presAssocID="{CEB40CC8-1663-4E4D-8B4F-B6D932FA8611}" presName="spacer" presStyleCnt="0"/>
      <dgm:spPr/>
    </dgm:pt>
    <dgm:pt modelId="{483F72B4-860E-486C-99EF-CFF6E70F14EE}" type="pres">
      <dgm:prSet presAssocID="{8D795E16-07A8-4F57-B473-97D666A28984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EE58F04-433B-4249-B4B3-81A6666C842F}" type="presOf" srcId="{E64CA625-963E-452A-A6B2-77596EE1CDD8}" destId="{CF2F2F3C-CA73-4D31-8DB4-2CCF0CEC647C}" srcOrd="0" destOrd="0" presId="urn:microsoft.com/office/officeart/2005/8/layout/vList2"/>
    <dgm:cxn modelId="{B9E3D113-657B-499F-829E-12402B1B1592}" type="presOf" srcId="{5CE5966E-0371-4762-BADB-1A6EB0C15EAB}" destId="{E50B9FBE-E382-47A2-8B3A-B19D535B8D37}" srcOrd="0" destOrd="0" presId="urn:microsoft.com/office/officeart/2005/8/layout/vList2"/>
    <dgm:cxn modelId="{6E346918-76A0-45AF-B5AD-3810398B07AB}" srcId="{D0545AC0-02CA-4F30-A76C-0CBE2FD97049}" destId="{04210A52-A93F-4E9F-9CED-94EA4BA49DC6}" srcOrd="0" destOrd="0" parTransId="{B339309C-0A07-489E-AD5B-D831C6EC6763}" sibTransId="{4AD81979-8FF6-4581-91B4-90583C955BE1}"/>
    <dgm:cxn modelId="{D2C81D5B-A4C4-492B-8500-5065BBA14351}" srcId="{D0545AC0-02CA-4F30-A76C-0CBE2FD97049}" destId="{E64CA625-963E-452A-A6B2-77596EE1CDD8}" srcOrd="3" destOrd="0" parTransId="{D7EF5FC3-BABC-4410-9B65-0A0ED32B8895}" sibTransId="{CEB40CC8-1663-4E4D-8B4F-B6D932FA8611}"/>
    <dgm:cxn modelId="{BFDC3E78-D6B8-49A9-9334-2E72BC434379}" type="presOf" srcId="{9200D05B-A0FF-45E4-9314-21561CD3A23C}" destId="{C35E22B1-495A-498F-B9A9-0BE4DC0611D6}" srcOrd="0" destOrd="0" presId="urn:microsoft.com/office/officeart/2005/8/layout/vList2"/>
    <dgm:cxn modelId="{DCA4A184-BAC4-4FA4-9219-D3BECC760E5B}" type="presOf" srcId="{04210A52-A93F-4E9F-9CED-94EA4BA49DC6}" destId="{30763A22-DF28-4404-BE4B-A5FFF936AED8}" srcOrd="0" destOrd="0" presId="urn:microsoft.com/office/officeart/2005/8/layout/vList2"/>
    <dgm:cxn modelId="{16F61491-D86A-4355-8F93-423AE7BF1D8C}" type="presOf" srcId="{D0545AC0-02CA-4F30-A76C-0CBE2FD97049}" destId="{D00FFB06-6C80-4EB0-ADA5-CFBF17F3A7B5}" srcOrd="0" destOrd="0" presId="urn:microsoft.com/office/officeart/2005/8/layout/vList2"/>
    <dgm:cxn modelId="{A0529C97-6092-4EC1-9103-5D4E39B99C42}" type="presOf" srcId="{8D795E16-07A8-4F57-B473-97D666A28984}" destId="{483F72B4-860E-486C-99EF-CFF6E70F14EE}" srcOrd="0" destOrd="0" presId="urn:microsoft.com/office/officeart/2005/8/layout/vList2"/>
    <dgm:cxn modelId="{B93FC9B1-FC14-4F7F-9399-5515C6646837}" srcId="{D0545AC0-02CA-4F30-A76C-0CBE2FD97049}" destId="{8D795E16-07A8-4F57-B473-97D666A28984}" srcOrd="4" destOrd="0" parTransId="{ADC6B8A7-97DF-4D20-90A8-FAF5953DBA29}" sibTransId="{31DBD63A-1D82-4B9E-9506-56E48F2FB561}"/>
    <dgm:cxn modelId="{99D559EC-461B-4244-8BFF-D616675E397B}" srcId="{D0545AC0-02CA-4F30-A76C-0CBE2FD97049}" destId="{9200D05B-A0FF-45E4-9314-21561CD3A23C}" srcOrd="2" destOrd="0" parTransId="{CB7600FA-DF11-4ACE-A831-88D74CD11A1E}" sibTransId="{7AEBD454-1D68-4DD5-BDA9-8F1735F6FACA}"/>
    <dgm:cxn modelId="{D8D67DFC-2DC2-45FB-BADB-8D919051AF6A}" srcId="{D0545AC0-02CA-4F30-A76C-0CBE2FD97049}" destId="{5CE5966E-0371-4762-BADB-1A6EB0C15EAB}" srcOrd="1" destOrd="0" parTransId="{9427CE74-2D11-4FE8-A87C-4265C3F378ED}" sibTransId="{F2689BA4-719A-4913-8287-9C1B97D45176}"/>
    <dgm:cxn modelId="{CE6514DF-3D56-4D32-A9A2-27FDDCA3A0DB}" type="presParOf" srcId="{D00FFB06-6C80-4EB0-ADA5-CFBF17F3A7B5}" destId="{30763A22-DF28-4404-BE4B-A5FFF936AED8}" srcOrd="0" destOrd="0" presId="urn:microsoft.com/office/officeart/2005/8/layout/vList2"/>
    <dgm:cxn modelId="{9EE65C2A-F898-43D1-9CCB-9724D4133A3D}" type="presParOf" srcId="{D00FFB06-6C80-4EB0-ADA5-CFBF17F3A7B5}" destId="{8D2EF125-83AD-4403-B8D9-9AFB311A05FD}" srcOrd="1" destOrd="0" presId="urn:microsoft.com/office/officeart/2005/8/layout/vList2"/>
    <dgm:cxn modelId="{C7C6B7A2-132C-4F7F-BC0F-9BA1D97C5689}" type="presParOf" srcId="{D00FFB06-6C80-4EB0-ADA5-CFBF17F3A7B5}" destId="{E50B9FBE-E382-47A2-8B3A-B19D535B8D37}" srcOrd="2" destOrd="0" presId="urn:microsoft.com/office/officeart/2005/8/layout/vList2"/>
    <dgm:cxn modelId="{4F4CDE04-489C-43C5-A19F-9304F895288C}" type="presParOf" srcId="{D00FFB06-6C80-4EB0-ADA5-CFBF17F3A7B5}" destId="{20277B66-8C24-4BC4-A1EC-F77947D64BC7}" srcOrd="3" destOrd="0" presId="urn:microsoft.com/office/officeart/2005/8/layout/vList2"/>
    <dgm:cxn modelId="{0A791EA1-BF81-4D68-871F-791883ADAD3A}" type="presParOf" srcId="{D00FFB06-6C80-4EB0-ADA5-CFBF17F3A7B5}" destId="{C35E22B1-495A-498F-B9A9-0BE4DC0611D6}" srcOrd="4" destOrd="0" presId="urn:microsoft.com/office/officeart/2005/8/layout/vList2"/>
    <dgm:cxn modelId="{E51ED373-3AC9-48F8-83A4-BDD21BF3F0A6}" type="presParOf" srcId="{D00FFB06-6C80-4EB0-ADA5-CFBF17F3A7B5}" destId="{B7F5038F-ED0B-4BBF-BC20-DEE2445E7D1B}" srcOrd="5" destOrd="0" presId="urn:microsoft.com/office/officeart/2005/8/layout/vList2"/>
    <dgm:cxn modelId="{F3184EF4-2F95-45AD-95D9-96929C9728ED}" type="presParOf" srcId="{D00FFB06-6C80-4EB0-ADA5-CFBF17F3A7B5}" destId="{CF2F2F3C-CA73-4D31-8DB4-2CCF0CEC647C}" srcOrd="6" destOrd="0" presId="urn:microsoft.com/office/officeart/2005/8/layout/vList2"/>
    <dgm:cxn modelId="{2D01A340-2798-4E30-8E19-0774259B4F59}" type="presParOf" srcId="{D00FFB06-6C80-4EB0-ADA5-CFBF17F3A7B5}" destId="{8182D73A-BDC6-44BC-9A28-30F4BC128412}" srcOrd="7" destOrd="0" presId="urn:microsoft.com/office/officeart/2005/8/layout/vList2"/>
    <dgm:cxn modelId="{CCA67473-75BD-455C-B35B-AA39C6CE3838}" type="presParOf" srcId="{D00FFB06-6C80-4EB0-ADA5-CFBF17F3A7B5}" destId="{483F72B4-860E-486C-99EF-CFF6E70F14E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AC931-08F2-42C0-B824-015A8FB5B214}">
      <dsp:nvSpPr>
        <dsp:cNvPr id="0" name=""/>
        <dsp:cNvSpPr/>
      </dsp:nvSpPr>
      <dsp:spPr>
        <a:xfrm>
          <a:off x="774644" y="2861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58EADE-7363-43B5-9644-A3721028F18F}">
      <dsp:nvSpPr>
        <dsp:cNvPr id="0" name=""/>
        <dsp:cNvSpPr/>
      </dsp:nvSpPr>
      <dsp:spPr>
        <a:xfrm>
          <a:off x="949001" y="177218"/>
          <a:ext cx="469423" cy="4694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715056-1F70-433F-8AF8-A7C6B3DA6042}">
      <dsp:nvSpPr>
        <dsp:cNvPr id="0" name=""/>
        <dsp:cNvSpPr/>
      </dsp:nvSpPr>
      <dsp:spPr>
        <a:xfrm>
          <a:off x="513108" y="1075830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100" kern="1200" noProof="0" dirty="0" err="1"/>
            <a:t>Backend</a:t>
          </a:r>
          <a:r>
            <a:rPr lang="es-CO" sz="1100" kern="1200" noProof="0" dirty="0"/>
            <a:t>: .NET 8 (</a:t>
          </a:r>
          <a:r>
            <a:rPr lang="es-CO" sz="1100" kern="1200" noProof="0" dirty="0" err="1"/>
            <a:t>Minimal</a:t>
          </a:r>
          <a:r>
            <a:rPr lang="es-CO" sz="1100" kern="1200" noProof="0" dirty="0"/>
            <a:t> API)</a:t>
          </a:r>
        </a:p>
      </dsp:txBody>
      <dsp:txXfrm>
        <a:off x="513108" y="1075830"/>
        <a:ext cx="1341210" cy="536484"/>
      </dsp:txXfrm>
    </dsp:sp>
    <dsp:sp modelId="{17653832-7B85-4F3C-8399-F86462841D70}">
      <dsp:nvSpPr>
        <dsp:cNvPr id="0" name=""/>
        <dsp:cNvSpPr/>
      </dsp:nvSpPr>
      <dsp:spPr>
        <a:xfrm>
          <a:off x="2350567" y="2861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D76D85-D1EA-4C9A-B3F5-90AA79B95345}">
      <dsp:nvSpPr>
        <dsp:cNvPr id="0" name=""/>
        <dsp:cNvSpPr/>
      </dsp:nvSpPr>
      <dsp:spPr>
        <a:xfrm>
          <a:off x="2524924" y="177218"/>
          <a:ext cx="469423" cy="469423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000" r="-1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DF617A-B328-4BA9-A1B4-F2B36C0BC45B}">
      <dsp:nvSpPr>
        <dsp:cNvPr id="0" name=""/>
        <dsp:cNvSpPr/>
      </dsp:nvSpPr>
      <dsp:spPr>
        <a:xfrm>
          <a:off x="2089030" y="1075830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100" kern="1200" noProof="0" dirty="0"/>
            <a:t>BD: PostgreSQL 14</a:t>
          </a:r>
        </a:p>
      </dsp:txBody>
      <dsp:txXfrm>
        <a:off x="2089030" y="1075830"/>
        <a:ext cx="1341210" cy="536484"/>
      </dsp:txXfrm>
    </dsp:sp>
    <dsp:sp modelId="{925EB9E6-691B-4961-805E-5AF388D3CBAA}">
      <dsp:nvSpPr>
        <dsp:cNvPr id="0" name=""/>
        <dsp:cNvSpPr/>
      </dsp:nvSpPr>
      <dsp:spPr>
        <a:xfrm>
          <a:off x="774644" y="1947617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2C87F-6910-40C2-AA7D-454DF6BF7B24}">
      <dsp:nvSpPr>
        <dsp:cNvPr id="0" name=""/>
        <dsp:cNvSpPr/>
      </dsp:nvSpPr>
      <dsp:spPr>
        <a:xfrm>
          <a:off x="949001" y="2121974"/>
          <a:ext cx="469423" cy="469423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F02FB1-F5E0-4CA0-94AE-456B310FB04F}">
      <dsp:nvSpPr>
        <dsp:cNvPr id="0" name=""/>
        <dsp:cNvSpPr/>
      </dsp:nvSpPr>
      <dsp:spPr>
        <a:xfrm>
          <a:off x="513108" y="302058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100" kern="1200" noProof="0" dirty="0" err="1"/>
            <a:t>Frontend</a:t>
          </a:r>
          <a:r>
            <a:rPr lang="es-CO" sz="1100" kern="1200" noProof="0" dirty="0"/>
            <a:t>: </a:t>
          </a:r>
          <a:r>
            <a:rPr lang="es-CO" sz="1100" kern="1200" noProof="0" dirty="0" err="1"/>
            <a:t>React</a:t>
          </a:r>
          <a:r>
            <a:rPr lang="es-CO" sz="1100" kern="1200" noProof="0" dirty="0"/>
            <a:t> + Axios</a:t>
          </a:r>
        </a:p>
      </dsp:txBody>
      <dsp:txXfrm>
        <a:off x="513108" y="3020586"/>
        <a:ext cx="1341210" cy="536484"/>
      </dsp:txXfrm>
    </dsp:sp>
    <dsp:sp modelId="{AEF1B611-92F1-4188-8487-4B47423F1EDD}">
      <dsp:nvSpPr>
        <dsp:cNvPr id="0" name=""/>
        <dsp:cNvSpPr/>
      </dsp:nvSpPr>
      <dsp:spPr>
        <a:xfrm>
          <a:off x="2350567" y="1947617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ADD13B-4C03-4012-82AC-17B73C32246B}">
      <dsp:nvSpPr>
        <dsp:cNvPr id="0" name=""/>
        <dsp:cNvSpPr/>
      </dsp:nvSpPr>
      <dsp:spPr>
        <a:xfrm>
          <a:off x="2524924" y="2121974"/>
          <a:ext cx="469423" cy="469423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339BBE-A09D-4284-812B-2F9C78C475AD}">
      <dsp:nvSpPr>
        <dsp:cNvPr id="0" name=""/>
        <dsp:cNvSpPr/>
      </dsp:nvSpPr>
      <dsp:spPr>
        <a:xfrm>
          <a:off x="2089030" y="3020586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100" kern="1200" noProof="0" dirty="0" err="1"/>
            <a:t>Realtime</a:t>
          </a:r>
          <a:r>
            <a:rPr lang="es-CO" sz="1100" kern="1200" noProof="0" dirty="0"/>
            <a:t>: </a:t>
          </a:r>
          <a:r>
            <a:rPr lang="es-CO" sz="1100" kern="1200" noProof="0" dirty="0" err="1"/>
            <a:t>SignalR</a:t>
          </a:r>
          <a:endParaRPr lang="es-CO" sz="1100" kern="1200" noProof="0" dirty="0"/>
        </a:p>
      </dsp:txBody>
      <dsp:txXfrm>
        <a:off x="2089030" y="3020586"/>
        <a:ext cx="1341210" cy="536484"/>
      </dsp:txXfrm>
    </dsp:sp>
    <dsp:sp modelId="{0327638B-73B1-470A-8303-8C23A4C4D099}">
      <dsp:nvSpPr>
        <dsp:cNvPr id="0" name=""/>
        <dsp:cNvSpPr/>
      </dsp:nvSpPr>
      <dsp:spPr>
        <a:xfrm>
          <a:off x="774644" y="3892373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65A838-E0C3-42CA-85DA-995DFEE5CBA3}">
      <dsp:nvSpPr>
        <dsp:cNvPr id="0" name=""/>
        <dsp:cNvSpPr/>
      </dsp:nvSpPr>
      <dsp:spPr>
        <a:xfrm>
          <a:off x="949001" y="4066730"/>
          <a:ext cx="469423" cy="469423"/>
        </a:xfrm>
        <a:prstGeom prst="rect">
          <a:avLst/>
        </a:prstGeom>
        <a:blipFill>
          <a:blip xmlns:r="http://schemas.openxmlformats.org/officeDocument/2006/relationships" r:embed="rId8"/>
          <a:srcRect/>
          <a:stretch>
            <a:fillRect l="-3000" r="-3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B2F29B-66C1-4583-8951-25809CC8CABB}">
      <dsp:nvSpPr>
        <dsp:cNvPr id="0" name=""/>
        <dsp:cNvSpPr/>
      </dsp:nvSpPr>
      <dsp:spPr>
        <a:xfrm>
          <a:off x="513108" y="4965342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100" kern="1200" noProof="0" dirty="0"/>
            <a:t>Infraestructura: Docker, Docker </a:t>
          </a:r>
          <a:r>
            <a:rPr lang="es-CO" sz="1100" kern="1200" noProof="0" dirty="0" err="1"/>
            <a:t>Compose</a:t>
          </a:r>
          <a:endParaRPr lang="es-CO" sz="1100" kern="1200" noProof="0" dirty="0"/>
        </a:p>
      </dsp:txBody>
      <dsp:txXfrm>
        <a:off x="513108" y="4965342"/>
        <a:ext cx="1341210" cy="536484"/>
      </dsp:txXfrm>
    </dsp:sp>
    <dsp:sp modelId="{5C557FF0-2D95-441F-8A48-150A34DA14A7}">
      <dsp:nvSpPr>
        <dsp:cNvPr id="0" name=""/>
        <dsp:cNvSpPr/>
      </dsp:nvSpPr>
      <dsp:spPr>
        <a:xfrm>
          <a:off x="2350567" y="3892373"/>
          <a:ext cx="818138" cy="81813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C16025-D0D4-43E2-8559-7B792DE58798}">
      <dsp:nvSpPr>
        <dsp:cNvPr id="0" name=""/>
        <dsp:cNvSpPr/>
      </dsp:nvSpPr>
      <dsp:spPr>
        <a:xfrm>
          <a:off x="2568468" y="4077616"/>
          <a:ext cx="469423" cy="469423"/>
        </a:xfrm>
        <a:prstGeom prst="rect">
          <a:avLst/>
        </a:prstGeom>
        <a:blipFill>
          <a:blip xmlns:r="http://schemas.openxmlformats.org/officeDocument/2006/relationships" r:embed="rId9"/>
          <a:srcRect/>
          <a:stretch>
            <a:fillRect t="-5000" b="-5000"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B61D6E-7A60-4B7F-9D92-4D9EE3B42A26}">
      <dsp:nvSpPr>
        <dsp:cNvPr id="0" name=""/>
        <dsp:cNvSpPr/>
      </dsp:nvSpPr>
      <dsp:spPr>
        <a:xfrm>
          <a:off x="2089030" y="4965342"/>
          <a:ext cx="1341210" cy="536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1100" kern="1200" noProof="0" dirty="0"/>
            <a:t>Control de versión: GitHub</a:t>
          </a:r>
        </a:p>
      </dsp:txBody>
      <dsp:txXfrm>
        <a:off x="2089030" y="4965342"/>
        <a:ext cx="1341210" cy="5364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763A22-DF28-4404-BE4B-A5FFF936AED8}">
      <dsp:nvSpPr>
        <dsp:cNvPr id="0" name=""/>
        <dsp:cNvSpPr/>
      </dsp:nvSpPr>
      <dsp:spPr>
        <a:xfrm>
          <a:off x="0" y="61385"/>
          <a:ext cx="3490622" cy="8353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Microservicio </a:t>
          </a:r>
          <a:r>
            <a:rPr lang="es-CO" sz="2100" kern="1200" noProof="0" dirty="0" err="1"/>
            <a:t>Backend</a:t>
          </a:r>
          <a:r>
            <a:rPr lang="es-CO" sz="2100" kern="1200" noProof="0" dirty="0"/>
            <a:t> (.NET 8).</a:t>
          </a:r>
        </a:p>
      </dsp:txBody>
      <dsp:txXfrm>
        <a:off x="40780" y="102165"/>
        <a:ext cx="3409062" cy="753819"/>
      </dsp:txXfrm>
    </dsp:sp>
    <dsp:sp modelId="{E50B9FBE-E382-47A2-8B3A-B19D535B8D37}">
      <dsp:nvSpPr>
        <dsp:cNvPr id="0" name=""/>
        <dsp:cNvSpPr/>
      </dsp:nvSpPr>
      <dsp:spPr>
        <a:xfrm>
          <a:off x="0" y="957245"/>
          <a:ext cx="3490622" cy="83537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 err="1"/>
            <a:t>Frontend</a:t>
          </a:r>
          <a:r>
            <a:rPr lang="es-CO" sz="2100" kern="1200" noProof="0" dirty="0"/>
            <a:t> en </a:t>
          </a:r>
          <a:r>
            <a:rPr lang="es-CO" sz="2100" kern="1200" noProof="0" dirty="0" err="1"/>
            <a:t>React</a:t>
          </a:r>
          <a:r>
            <a:rPr lang="es-CO" sz="2100" kern="1200" noProof="0" dirty="0"/>
            <a:t> + </a:t>
          </a:r>
          <a:r>
            <a:rPr lang="es-CO" sz="2100" kern="1200" noProof="0" dirty="0" err="1"/>
            <a:t>Nginx</a:t>
          </a:r>
          <a:r>
            <a:rPr lang="es-CO" sz="2100" kern="1200" noProof="0" dirty="0"/>
            <a:t>.</a:t>
          </a:r>
        </a:p>
      </dsp:txBody>
      <dsp:txXfrm>
        <a:off x="40780" y="998025"/>
        <a:ext cx="3409062" cy="753819"/>
      </dsp:txXfrm>
    </dsp:sp>
    <dsp:sp modelId="{C35E22B1-495A-498F-B9A9-0BE4DC0611D6}">
      <dsp:nvSpPr>
        <dsp:cNvPr id="0" name=""/>
        <dsp:cNvSpPr/>
      </dsp:nvSpPr>
      <dsp:spPr>
        <a:xfrm>
          <a:off x="0" y="1853105"/>
          <a:ext cx="3490622" cy="83537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PostgreSQL como base de datos relacional.</a:t>
          </a:r>
        </a:p>
      </dsp:txBody>
      <dsp:txXfrm>
        <a:off x="40780" y="1893885"/>
        <a:ext cx="3409062" cy="753819"/>
      </dsp:txXfrm>
    </dsp:sp>
    <dsp:sp modelId="{CF2F2F3C-CA73-4D31-8DB4-2CCF0CEC647C}">
      <dsp:nvSpPr>
        <dsp:cNvPr id="0" name=""/>
        <dsp:cNvSpPr/>
      </dsp:nvSpPr>
      <dsp:spPr>
        <a:xfrm>
          <a:off x="0" y="2748964"/>
          <a:ext cx="3490622" cy="8353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Comunicación en tiempo real con </a:t>
          </a:r>
          <a:r>
            <a:rPr lang="es-CO" sz="2100" kern="1200" noProof="0" dirty="0" err="1"/>
            <a:t>SignalR</a:t>
          </a:r>
          <a:r>
            <a:rPr lang="es-CO" sz="2100" kern="1200" noProof="0" dirty="0"/>
            <a:t>.</a:t>
          </a:r>
        </a:p>
      </dsp:txBody>
      <dsp:txXfrm>
        <a:off x="40780" y="2789744"/>
        <a:ext cx="3409062" cy="753819"/>
      </dsp:txXfrm>
    </dsp:sp>
    <dsp:sp modelId="{483F72B4-860E-486C-99EF-CFF6E70F14EE}">
      <dsp:nvSpPr>
        <dsp:cNvPr id="0" name=""/>
        <dsp:cNvSpPr/>
      </dsp:nvSpPr>
      <dsp:spPr>
        <a:xfrm>
          <a:off x="0" y="3644825"/>
          <a:ext cx="3490622" cy="83537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100" kern="1200" noProof="0" dirty="0"/>
            <a:t>Infraestructura reproducible con Docker </a:t>
          </a:r>
          <a:r>
            <a:rPr lang="es-CO" sz="2100" kern="1200" noProof="0" dirty="0" err="1"/>
            <a:t>Compose</a:t>
          </a:r>
          <a:r>
            <a:rPr lang="es-CO" sz="2100" kern="1200" noProof="0" dirty="0"/>
            <a:t>.</a:t>
          </a:r>
        </a:p>
      </dsp:txBody>
      <dsp:txXfrm>
        <a:off x="40780" y="3685605"/>
        <a:ext cx="3409062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4BAF38-9A38-585E-8082-44F1EDC3E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135298F-BCBA-E84F-EBE4-53F5C2618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71AE90-AA4B-F589-C0ED-BCBF810F9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D32B4D-791A-5764-6C95-70A4E2EC6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457696-F038-933A-D18F-022653E2C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8177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8BBE4-91A7-3448-3E90-53216DE99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D94101-1E84-E0B4-3AB7-3ED47A435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89F642-220E-2998-EAF0-B8806EDC3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7E5B8F-B277-82FB-8032-698367A5D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802B76-B46B-8129-59E3-EACB3950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0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064E9B-390C-A10F-6E11-AF8AB4E2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B58B47-21BA-B49D-18CF-BA0868422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C4ACF5-6F87-F2FC-E921-C42E2AB78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96CC57-33F1-A884-41D4-C8BAE8884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503C0D-B025-1BC1-33BA-41AFB1049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539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87CDC-A25C-4B37-DA7A-658F5AF9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DD18D1-9D06-79A2-CC42-F1D0DD9DE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AB65F5-1C38-61B9-7BA7-7F7325B1A1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4C2A7A-5FB3-E01C-5CAC-3E1DCD64F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50AB246-5091-1E7E-2FC7-1E8D21F1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A4BC45-808E-EE7E-601B-B51E3E73F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67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9B0B1-B84B-D39A-244D-553EBDB83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FD6787-D2B2-0FEF-2183-81494A643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A89296-0980-F037-8AC7-17A062FDB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8A9B30-62CA-F452-316B-5EEAFC4A7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2D910F0-C392-D80E-8312-143E376618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458432-B2AC-5AB5-75D7-E36CDABA0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D05EB5-07FB-DB3D-5BB1-EF3F9D0B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A3028A8-F25A-1318-7ABA-B1DC4EBE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109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348E2-0EF1-258F-3B4B-62C403C2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0F0368A-09BB-C1EF-0298-525786F5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ABC4494-4371-6C8F-724C-2AAA90C45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FBA7DA7-C64E-CAA0-C691-297DF525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99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3F6F23A-D99E-BD43-10DF-1BF2CEE91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3CBF171-E608-C011-540C-953B063CC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1FB5E9-6DAC-6726-851E-FC995E8F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874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346E05-FBB5-2C5B-43AA-8AAAC13AB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787405-D219-C389-2856-F23662FC2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B25528-A14B-A0AF-10B2-4177D7EAFC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08B112-317B-5F59-C7F5-BF8D79ED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8860E9-C9EB-DA38-D0A9-AB32637F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5F477D-7BAF-94D2-A670-D934CB9A7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705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D7D7EB-6B35-D375-B234-2C52F02E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2028E3F-FDE2-3924-B403-F4D255FC1F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45B5AAE-1F1B-D65F-7597-31CE88EBD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069AA-3576-B03E-1C14-A242099B2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9610B7-CC07-EC7F-2CE9-9CD8A6157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B3EC4C0-77AA-4654-9957-C284FBDD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20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D1E77-F06B-D8D0-C50E-6260FCDBB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42ACAA-270A-400C-E1A0-487B084C8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DF44EE-0EA9-B82F-407E-01F23FCE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DD6ABC-C332-4B96-A9E7-E2EDDD0E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91F76A-28F0-C45A-C152-D957B2624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04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BF122ED-8C33-BB2B-19E3-25F37B562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D0DF2CF-FEB1-9C81-F2D2-D6CF33C8F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CEBE25-0FA7-6EE3-1488-4EE434DBD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BA1FE1-1A38-81FF-4FB7-02DB2B06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B8A6E1-0231-901A-99EF-17C5FEC9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26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667771-A8A8-D371-57C8-DDC015D0E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622115-DCA0-3981-8C4F-538A918A7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0B3043-DD3B-2CF4-0B9F-CC5651CC3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30B490-382A-C2F9-0144-08950CFE5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05BB58-9FD3-2175-579B-5C8E1B6A5D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328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0.jp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es-CO" sz="5700" noProof="0" dirty="0"/>
              <a:t>Solución Prueba Técnica – Líder Técnico de Desarrollo </a:t>
            </a:r>
            <a:br>
              <a:rPr lang="es-CO" sz="5700" noProof="0" dirty="0"/>
            </a:br>
            <a:r>
              <a:rPr lang="es-CO" sz="5700" noProof="0" dirty="0"/>
              <a:t> (ASISYA)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lang="es-CO" noProof="0" dirty="0"/>
              <a:t>Arquitectura · Diseño · Implementación · Entregables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B5F1747-CE28-ADF4-E4F6-E1AE06F30A50}"/>
              </a:ext>
            </a:extLst>
          </p:cNvPr>
          <p:cNvSpPr txBox="1"/>
          <p:nvPr/>
        </p:nvSpPr>
        <p:spPr>
          <a:xfrm>
            <a:off x="5736771" y="5627914"/>
            <a:ext cx="277629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/>
              <a:t>Angelica Duarte </a:t>
            </a:r>
          </a:p>
          <a:p>
            <a:r>
              <a:rPr lang="es-MX" sz="2800" dirty="0"/>
              <a:t>2025</a:t>
            </a:r>
          </a:p>
          <a:p>
            <a:endParaRPr lang="es-CO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O" sz="4700" noProof="0" dirty="0"/>
              <a:t>Objetivo de la Prueba</a:t>
            </a:r>
          </a:p>
        </p:txBody>
      </p:sp>
      <p:sp>
        <p:nvSpPr>
          <p:cNvPr id="3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CO" sz="1900" noProof="0" dirty="0"/>
              <a:t> Diseñar solución escalable para optimización de proveedores.</a:t>
            </a:r>
          </a:p>
          <a:p>
            <a:r>
              <a:rPr lang="es-CO" sz="1900" noProof="0" dirty="0"/>
              <a:t> Implementar microservicio crítico (.NET 8).</a:t>
            </a:r>
          </a:p>
          <a:p>
            <a:r>
              <a:rPr lang="es-CO" sz="1900" noProof="0" dirty="0"/>
              <a:t> Implementar </a:t>
            </a:r>
            <a:r>
              <a:rPr lang="es-CO" sz="1900" noProof="0"/>
              <a:t>frontend</a:t>
            </a:r>
            <a:r>
              <a:rPr lang="es-CO" sz="1900" noProof="0" dirty="0"/>
              <a:t> en </a:t>
            </a:r>
            <a:r>
              <a:rPr lang="es-CO" sz="1900" noProof="0"/>
              <a:t>React</a:t>
            </a:r>
            <a:r>
              <a:rPr lang="es-CO" sz="1900" noProof="0" dirty="0"/>
              <a:t>.</a:t>
            </a:r>
          </a:p>
          <a:p>
            <a:r>
              <a:rPr lang="es-CO" sz="1900" noProof="0" dirty="0"/>
              <a:t> Integrar base de datos PostgreSQL.</a:t>
            </a:r>
          </a:p>
          <a:p>
            <a:r>
              <a:rPr lang="es-CO" sz="1900" noProof="0" dirty="0"/>
              <a:t> </a:t>
            </a:r>
            <a:r>
              <a:rPr lang="es-CO" sz="1900" noProof="0"/>
              <a:t>Contenerizar</a:t>
            </a:r>
            <a:r>
              <a:rPr lang="es-CO" sz="1900" noProof="0" dirty="0"/>
              <a:t> con Docker.</a:t>
            </a:r>
          </a:p>
          <a:p>
            <a:r>
              <a:rPr lang="es-CO" sz="1900" noProof="0" dirty="0"/>
              <a:t> Documentar estándares técnicos y arquitectura.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3647136" cy="5569291"/>
          </a:xfrm>
        </p:spPr>
        <p:txBody>
          <a:bodyPr>
            <a:normAutofit/>
          </a:bodyPr>
          <a:lstStyle/>
          <a:p>
            <a:r>
              <a:rPr lang="es-CO" sz="4500" noProof="0" dirty="0" err="1"/>
              <a:t>Stack</a:t>
            </a:r>
            <a:r>
              <a:rPr lang="es-CO" sz="4500" noProof="0" dirty="0"/>
              <a:t> Tecnológico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A785492-7FD7-5CC6-D567-A9E113D463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4695147"/>
              </p:ext>
            </p:extLst>
          </p:nvPr>
        </p:nvGraphicFramePr>
        <p:xfrm>
          <a:off x="4574286" y="621792"/>
          <a:ext cx="394335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9991" y="0"/>
            <a:ext cx="1974009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8" y="609597"/>
            <a:ext cx="7327517" cy="1330841"/>
          </a:xfrm>
        </p:spPr>
        <p:txBody>
          <a:bodyPr>
            <a:normAutofit/>
          </a:bodyPr>
          <a:lstStyle/>
          <a:p>
            <a:r>
              <a:rPr lang="es-CO" noProof="0" dirty="0"/>
              <a:t>Arquitectura General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7872" y="2022496"/>
            <a:ext cx="284627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O" noProof="0" dirty="0"/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7091" y="5952857"/>
            <a:ext cx="1025718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AD834F3-B83E-809F-FEAD-86F22BFA14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1089730"/>
              </p:ext>
            </p:extLst>
          </p:nvPr>
        </p:nvGraphicFramePr>
        <p:xfrm>
          <a:off x="347242" y="1623512"/>
          <a:ext cx="3490622" cy="4541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Imagen 8" descr="Diagrama">
            <a:extLst>
              <a:ext uri="{FF2B5EF4-FFF2-40B4-BE49-F238E27FC236}">
                <a16:creationId xmlns:a16="http://schemas.microsoft.com/office/drawing/2014/main" id="{E587460A-E017-2FCB-5DA9-D442FB860C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5056" y="1458686"/>
            <a:ext cx="5038015" cy="51924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86AA2DA-281A-4806-8977-D617AEAC8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4185774-6FC0-4B8D-A8DB-A88546889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9991" y="0"/>
            <a:ext cx="1974009" cy="6858000"/>
          </a:xfrm>
          <a:custGeom>
            <a:avLst/>
            <a:gdLst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57677 w 2632012"/>
              <a:gd name="connsiteY27" fmla="*/ 2548608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399465 w 2632012"/>
              <a:gd name="connsiteY28" fmla="*/ 2412506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46400 w 2632012"/>
              <a:gd name="connsiteY29" fmla="*/ 2252507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138134 w 2632012"/>
              <a:gd name="connsiteY24" fmla="*/ 5616065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183756 w 2632012"/>
              <a:gd name="connsiteY23" fmla="*/ 5808789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20409 w 2632012"/>
              <a:gd name="connsiteY22" fmla="*/ 6022287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  <a:gd name="connsiteX0" fmla="*/ 932173 w 2632012"/>
              <a:gd name="connsiteY0" fmla="*/ 1512545 h 6858000"/>
              <a:gd name="connsiteX1" fmla="*/ 932462 w 2632012"/>
              <a:gd name="connsiteY1" fmla="*/ 1512581 h 6858000"/>
              <a:gd name="connsiteX2" fmla="*/ 932378 w 2632012"/>
              <a:gd name="connsiteY2" fmla="*/ 1512599 h 6858000"/>
              <a:gd name="connsiteX3" fmla="*/ 932173 w 2632012"/>
              <a:gd name="connsiteY3" fmla="*/ 1512545 h 6858000"/>
              <a:gd name="connsiteX4" fmla="*/ 1207569 w 2632012"/>
              <a:gd name="connsiteY4" fmla="*/ 0 h 6858000"/>
              <a:gd name="connsiteX5" fmla="*/ 2632012 w 2632012"/>
              <a:gd name="connsiteY5" fmla="*/ 0 h 6858000"/>
              <a:gd name="connsiteX6" fmla="*/ 2632012 w 2632012"/>
              <a:gd name="connsiteY6" fmla="*/ 6858000 h 6858000"/>
              <a:gd name="connsiteX7" fmla="*/ 13514 w 2632012"/>
              <a:gd name="connsiteY7" fmla="*/ 6858000 h 6858000"/>
              <a:gd name="connsiteX8" fmla="*/ 13170 w 2632012"/>
              <a:gd name="connsiteY8" fmla="*/ 6812829 h 6858000"/>
              <a:gd name="connsiteX9" fmla="*/ 20332 w 2632012"/>
              <a:gd name="connsiteY9" fmla="*/ 6760689 h 6858000"/>
              <a:gd name="connsiteX10" fmla="*/ 25596 w 2632012"/>
              <a:gd name="connsiteY10" fmla="*/ 6721251 h 6858000"/>
              <a:gd name="connsiteX11" fmla="*/ 22507 w 2632012"/>
              <a:gd name="connsiteY11" fmla="*/ 6650499 h 6858000"/>
              <a:gd name="connsiteX12" fmla="*/ 22444 w 2632012"/>
              <a:gd name="connsiteY12" fmla="*/ 6604241 h 6858000"/>
              <a:gd name="connsiteX13" fmla="*/ 31867 w 2632012"/>
              <a:gd name="connsiteY13" fmla="*/ 6559984 h 6858000"/>
              <a:gd name="connsiteX14" fmla="*/ 38635 w 2632012"/>
              <a:gd name="connsiteY14" fmla="*/ 6515473 h 6858000"/>
              <a:gd name="connsiteX15" fmla="*/ 38467 w 2632012"/>
              <a:gd name="connsiteY15" fmla="*/ 6463736 h 6858000"/>
              <a:gd name="connsiteX16" fmla="*/ 38052 w 2632012"/>
              <a:gd name="connsiteY16" fmla="*/ 6432794 h 6858000"/>
              <a:gd name="connsiteX17" fmla="*/ 80445 w 2632012"/>
              <a:gd name="connsiteY17" fmla="*/ 6301309 h 6858000"/>
              <a:gd name="connsiteX18" fmla="*/ 138157 w 2632012"/>
              <a:gd name="connsiteY18" fmla="*/ 6257030 h 6858000"/>
              <a:gd name="connsiteX19" fmla="*/ 170419 w 2632012"/>
              <a:gd name="connsiteY19" fmla="*/ 6171255 h 6858000"/>
              <a:gd name="connsiteX20" fmla="*/ 164027 w 2632012"/>
              <a:gd name="connsiteY20" fmla="*/ 6164357 h 6858000"/>
              <a:gd name="connsiteX21" fmla="*/ 213309 w 2632012"/>
              <a:gd name="connsiteY21" fmla="*/ 6109331 h 6858000"/>
              <a:gd name="connsiteX22" fmla="*/ 208456 w 2632012"/>
              <a:gd name="connsiteY22" fmla="*/ 5878851 h 6858000"/>
              <a:gd name="connsiteX23" fmla="*/ 219615 w 2632012"/>
              <a:gd name="connsiteY23" fmla="*/ 5557777 h 6858000"/>
              <a:gd name="connsiteX24" fmla="*/ 245711 w 2632012"/>
              <a:gd name="connsiteY24" fmla="*/ 5066230 h 6858000"/>
              <a:gd name="connsiteX25" fmla="*/ 276721 w 2632012"/>
              <a:gd name="connsiteY25" fmla="*/ 4162848 h 6858000"/>
              <a:gd name="connsiteX26" fmla="*/ 343082 w 2632012"/>
              <a:gd name="connsiteY26" fmla="*/ 3059377 h 6858000"/>
              <a:gd name="connsiteX27" fmla="*/ 369630 w 2632012"/>
              <a:gd name="connsiteY27" fmla="*/ 2692043 h 6858000"/>
              <a:gd name="connsiteX28" fmla="*/ 435324 w 2632012"/>
              <a:gd name="connsiteY28" fmla="*/ 2520083 h 6858000"/>
              <a:gd name="connsiteX29" fmla="*/ 482259 w 2632012"/>
              <a:gd name="connsiteY29" fmla="*/ 2336178 h 6858000"/>
              <a:gd name="connsiteX30" fmla="*/ 569515 w 2632012"/>
              <a:gd name="connsiteY30" fmla="*/ 2091909 h 6858000"/>
              <a:gd name="connsiteX31" fmla="*/ 638163 w 2632012"/>
              <a:gd name="connsiteY31" fmla="*/ 1994147 h 6858000"/>
              <a:gd name="connsiteX32" fmla="*/ 737312 w 2632012"/>
              <a:gd name="connsiteY32" fmla="*/ 1871408 h 6858000"/>
              <a:gd name="connsiteX33" fmla="*/ 788501 w 2632012"/>
              <a:gd name="connsiteY33" fmla="*/ 1793826 h 6858000"/>
              <a:gd name="connsiteX34" fmla="*/ 819432 w 2632012"/>
              <a:gd name="connsiteY34" fmla="*/ 1746824 h 6858000"/>
              <a:gd name="connsiteX35" fmla="*/ 843936 w 2632012"/>
              <a:gd name="connsiteY35" fmla="*/ 1697348 h 6858000"/>
              <a:gd name="connsiteX36" fmla="*/ 846526 w 2632012"/>
              <a:gd name="connsiteY36" fmla="*/ 1659754 h 6858000"/>
              <a:gd name="connsiteX37" fmla="*/ 873830 w 2632012"/>
              <a:gd name="connsiteY37" fmla="*/ 1628041 h 6858000"/>
              <a:gd name="connsiteX38" fmla="*/ 890626 w 2632012"/>
              <a:gd name="connsiteY38" fmla="*/ 1599883 h 6858000"/>
              <a:gd name="connsiteX39" fmla="*/ 921288 w 2632012"/>
              <a:gd name="connsiteY39" fmla="*/ 1579569 h 6858000"/>
              <a:gd name="connsiteX40" fmla="*/ 920756 w 2632012"/>
              <a:gd name="connsiteY40" fmla="*/ 1537369 h 6858000"/>
              <a:gd name="connsiteX41" fmla="*/ 946290 w 2632012"/>
              <a:gd name="connsiteY41" fmla="*/ 1514308 h 6858000"/>
              <a:gd name="connsiteX42" fmla="*/ 932462 w 2632012"/>
              <a:gd name="connsiteY42" fmla="*/ 1512581 h 6858000"/>
              <a:gd name="connsiteX43" fmla="*/ 940652 w 2632012"/>
              <a:gd name="connsiteY43" fmla="*/ 1510839 h 6858000"/>
              <a:gd name="connsiteX44" fmla="*/ 950739 w 2632012"/>
              <a:gd name="connsiteY44" fmla="*/ 1503635 h 6858000"/>
              <a:gd name="connsiteX45" fmla="*/ 966405 w 2632012"/>
              <a:gd name="connsiteY45" fmla="*/ 1439967 h 6858000"/>
              <a:gd name="connsiteX46" fmla="*/ 973516 w 2632012"/>
              <a:gd name="connsiteY46" fmla="*/ 1389073 h 6858000"/>
              <a:gd name="connsiteX47" fmla="*/ 986960 w 2632012"/>
              <a:gd name="connsiteY47" fmla="*/ 1351857 h 6858000"/>
              <a:gd name="connsiteX48" fmla="*/ 987761 w 2632012"/>
              <a:gd name="connsiteY48" fmla="*/ 1363479 h 6858000"/>
              <a:gd name="connsiteX49" fmla="*/ 989043 w 2632012"/>
              <a:gd name="connsiteY49" fmla="*/ 1346093 h 6858000"/>
              <a:gd name="connsiteX50" fmla="*/ 986960 w 2632012"/>
              <a:gd name="connsiteY50" fmla="*/ 1351857 h 6858000"/>
              <a:gd name="connsiteX51" fmla="*/ 985769 w 2632012"/>
              <a:gd name="connsiteY51" fmla="*/ 1334556 h 6858000"/>
              <a:gd name="connsiteX52" fmla="*/ 982507 w 2632012"/>
              <a:gd name="connsiteY52" fmla="*/ 1216698 h 6858000"/>
              <a:gd name="connsiteX53" fmla="*/ 984836 w 2632012"/>
              <a:gd name="connsiteY53" fmla="*/ 1082381 h 6858000"/>
              <a:gd name="connsiteX54" fmla="*/ 993140 w 2632012"/>
              <a:gd name="connsiteY54" fmla="*/ 1043366 h 6858000"/>
              <a:gd name="connsiteX55" fmla="*/ 995544 w 2632012"/>
              <a:gd name="connsiteY55" fmla="*/ 972540 h 6858000"/>
              <a:gd name="connsiteX56" fmla="*/ 1028500 w 2632012"/>
              <a:gd name="connsiteY56" fmla="*/ 923945 h 6858000"/>
              <a:gd name="connsiteX57" fmla="*/ 1022082 w 2632012"/>
              <a:gd name="connsiteY57" fmla="*/ 838835 h 6858000"/>
              <a:gd name="connsiteX58" fmla="*/ 1025925 w 2632012"/>
              <a:gd name="connsiteY58" fmla="*/ 787183 h 6858000"/>
              <a:gd name="connsiteX59" fmla="*/ 1027904 w 2632012"/>
              <a:gd name="connsiteY59" fmla="*/ 756272 h 6858000"/>
              <a:gd name="connsiteX60" fmla="*/ 1088796 w 2632012"/>
              <a:gd name="connsiteY60" fmla="*/ 641639 h 6858000"/>
              <a:gd name="connsiteX61" fmla="*/ 1164389 w 2632012"/>
              <a:gd name="connsiteY61" fmla="*/ 545140 h 6858000"/>
              <a:gd name="connsiteX62" fmla="*/ 1225321 w 2632012"/>
              <a:gd name="connsiteY62" fmla="*/ 413843 h 6858000"/>
              <a:gd name="connsiteX63" fmla="*/ 1241477 w 2632012"/>
              <a:gd name="connsiteY63" fmla="*/ 358607 h 6858000"/>
              <a:gd name="connsiteX64" fmla="*/ 1246119 w 2632012"/>
              <a:gd name="connsiteY64" fmla="*/ 254866 h 6858000"/>
              <a:gd name="connsiteX65" fmla="*/ 1266837 w 2632012"/>
              <a:gd name="connsiteY65" fmla="*/ 161517 h 6858000"/>
              <a:gd name="connsiteX66" fmla="*/ 1315021 w 2632012"/>
              <a:gd name="connsiteY66" fmla="*/ 54455 h 6858000"/>
              <a:gd name="connsiteX67" fmla="*/ 1319335 w 2632012"/>
              <a:gd name="connsiteY67" fmla="*/ 8880 h 6858000"/>
              <a:gd name="connsiteX68" fmla="*/ 1316402 w 2632012"/>
              <a:gd name="connsiteY68" fmla="*/ 852 h 6858000"/>
              <a:gd name="connsiteX69" fmla="*/ 1207569 w 2632012"/>
              <a:gd name="connsiteY6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2632012" h="6858000">
                <a:moveTo>
                  <a:pt x="932173" y="1512545"/>
                </a:moveTo>
                <a:lnTo>
                  <a:pt x="932462" y="1512581"/>
                </a:lnTo>
                <a:lnTo>
                  <a:pt x="932378" y="1512599"/>
                </a:lnTo>
                <a:cubicBezTo>
                  <a:pt x="930618" y="1512681"/>
                  <a:pt x="930202" y="1512462"/>
                  <a:pt x="932173" y="1512545"/>
                </a:cubicBezTo>
                <a:close/>
                <a:moveTo>
                  <a:pt x="1207569" y="0"/>
                </a:moveTo>
                <a:lnTo>
                  <a:pt x="2632012" y="0"/>
                </a:lnTo>
                <a:lnTo>
                  <a:pt x="2632012" y="6858000"/>
                </a:lnTo>
                <a:lnTo>
                  <a:pt x="13514" y="6858000"/>
                </a:lnTo>
                <a:cubicBezTo>
                  <a:pt x="13399" y="6842943"/>
                  <a:pt x="13285" y="6827886"/>
                  <a:pt x="13170" y="6812829"/>
                </a:cubicBezTo>
                <a:cubicBezTo>
                  <a:pt x="12714" y="6794763"/>
                  <a:pt x="13524" y="6777517"/>
                  <a:pt x="20332" y="6760689"/>
                </a:cubicBezTo>
                <a:cubicBezTo>
                  <a:pt x="10828" y="6746468"/>
                  <a:pt x="7794" y="6733277"/>
                  <a:pt x="25596" y="6721251"/>
                </a:cubicBezTo>
                <a:cubicBezTo>
                  <a:pt x="24143" y="6683539"/>
                  <a:pt x="1631" y="6673595"/>
                  <a:pt x="22507" y="6650499"/>
                </a:cubicBezTo>
                <a:cubicBezTo>
                  <a:pt x="-25124" y="6620536"/>
                  <a:pt x="16765" y="6629253"/>
                  <a:pt x="22444" y="6604241"/>
                </a:cubicBezTo>
                <a:cubicBezTo>
                  <a:pt x="28668" y="6588866"/>
                  <a:pt x="29169" y="6574778"/>
                  <a:pt x="31867" y="6559984"/>
                </a:cubicBezTo>
                <a:cubicBezTo>
                  <a:pt x="4443" y="6566661"/>
                  <a:pt x="62924" y="6515664"/>
                  <a:pt x="38635" y="6515473"/>
                </a:cubicBezTo>
                <a:cubicBezTo>
                  <a:pt x="72259" y="6495428"/>
                  <a:pt x="29118" y="6488543"/>
                  <a:pt x="38467" y="6463736"/>
                </a:cubicBezTo>
                <a:cubicBezTo>
                  <a:pt x="50944" y="6451623"/>
                  <a:pt x="52742" y="6443270"/>
                  <a:pt x="38052" y="6432794"/>
                </a:cubicBezTo>
                <a:cubicBezTo>
                  <a:pt x="98939" y="6376824"/>
                  <a:pt x="58603" y="6351821"/>
                  <a:pt x="80445" y="6301309"/>
                </a:cubicBezTo>
                <a:cubicBezTo>
                  <a:pt x="103917" y="6257537"/>
                  <a:pt x="78836" y="6301310"/>
                  <a:pt x="138157" y="6257030"/>
                </a:cubicBezTo>
                <a:cubicBezTo>
                  <a:pt x="155187" y="6248574"/>
                  <a:pt x="166108" y="6186701"/>
                  <a:pt x="170419" y="6171255"/>
                </a:cubicBezTo>
                <a:cubicBezTo>
                  <a:pt x="174731" y="6155809"/>
                  <a:pt x="166522" y="6166390"/>
                  <a:pt x="164027" y="6164357"/>
                </a:cubicBezTo>
                <a:cubicBezTo>
                  <a:pt x="206228" y="6137678"/>
                  <a:pt x="184454" y="6121750"/>
                  <a:pt x="213309" y="6109331"/>
                </a:cubicBezTo>
                <a:cubicBezTo>
                  <a:pt x="224262" y="6067371"/>
                  <a:pt x="183175" y="5890445"/>
                  <a:pt x="208456" y="5878851"/>
                </a:cubicBezTo>
                <a:cubicBezTo>
                  <a:pt x="225886" y="5808435"/>
                  <a:pt x="192379" y="5574013"/>
                  <a:pt x="219615" y="5557777"/>
                </a:cubicBezTo>
                <a:lnTo>
                  <a:pt x="245711" y="5066230"/>
                </a:lnTo>
                <a:cubicBezTo>
                  <a:pt x="117719" y="4582016"/>
                  <a:pt x="230524" y="4647254"/>
                  <a:pt x="276721" y="4162848"/>
                </a:cubicBezTo>
                <a:lnTo>
                  <a:pt x="343082" y="3059377"/>
                </a:lnTo>
                <a:cubicBezTo>
                  <a:pt x="347947" y="2889121"/>
                  <a:pt x="364765" y="2862299"/>
                  <a:pt x="369630" y="2692043"/>
                </a:cubicBezTo>
                <a:cubicBezTo>
                  <a:pt x="369393" y="2690043"/>
                  <a:pt x="435560" y="2522082"/>
                  <a:pt x="435324" y="2520083"/>
                </a:cubicBezTo>
                <a:lnTo>
                  <a:pt x="482259" y="2336178"/>
                </a:lnTo>
                <a:cubicBezTo>
                  <a:pt x="516201" y="2267350"/>
                  <a:pt x="537443" y="2148254"/>
                  <a:pt x="569515" y="2091909"/>
                </a:cubicBezTo>
                <a:cubicBezTo>
                  <a:pt x="629286" y="2030534"/>
                  <a:pt x="622061" y="2045605"/>
                  <a:pt x="638163" y="1994147"/>
                </a:cubicBezTo>
                <a:cubicBezTo>
                  <a:pt x="633178" y="1967912"/>
                  <a:pt x="705417" y="1945185"/>
                  <a:pt x="737312" y="1871408"/>
                </a:cubicBezTo>
                <a:cubicBezTo>
                  <a:pt x="759407" y="1814663"/>
                  <a:pt x="795838" y="1856475"/>
                  <a:pt x="788501" y="1793826"/>
                </a:cubicBezTo>
                <a:cubicBezTo>
                  <a:pt x="796402" y="1792725"/>
                  <a:pt x="813276" y="1750182"/>
                  <a:pt x="819432" y="1746824"/>
                </a:cubicBezTo>
                <a:lnTo>
                  <a:pt x="843936" y="1697348"/>
                </a:lnTo>
                <a:cubicBezTo>
                  <a:pt x="847635" y="1681502"/>
                  <a:pt x="845709" y="1667584"/>
                  <a:pt x="846526" y="1659754"/>
                </a:cubicBezTo>
                <a:lnTo>
                  <a:pt x="873830" y="1628041"/>
                </a:lnTo>
                <a:lnTo>
                  <a:pt x="890626" y="1599883"/>
                </a:lnTo>
                <a:lnTo>
                  <a:pt x="921288" y="1579569"/>
                </a:lnTo>
                <a:cubicBezTo>
                  <a:pt x="921111" y="1565502"/>
                  <a:pt x="920933" y="1551436"/>
                  <a:pt x="920756" y="1537369"/>
                </a:cubicBezTo>
                <a:cubicBezTo>
                  <a:pt x="918173" y="1533598"/>
                  <a:pt x="943194" y="1519497"/>
                  <a:pt x="946290" y="1514308"/>
                </a:cubicBezTo>
                <a:lnTo>
                  <a:pt x="932462" y="1512581"/>
                </a:lnTo>
                <a:lnTo>
                  <a:pt x="940652" y="1510839"/>
                </a:lnTo>
                <a:cubicBezTo>
                  <a:pt x="944059" y="1509546"/>
                  <a:pt x="947769" y="1507347"/>
                  <a:pt x="950739" y="1503635"/>
                </a:cubicBezTo>
                <a:lnTo>
                  <a:pt x="966405" y="1439967"/>
                </a:lnTo>
                <a:cubicBezTo>
                  <a:pt x="966567" y="1437915"/>
                  <a:pt x="970755" y="1392639"/>
                  <a:pt x="973516" y="1389073"/>
                </a:cubicBezTo>
                <a:lnTo>
                  <a:pt x="986960" y="1351857"/>
                </a:lnTo>
                <a:lnTo>
                  <a:pt x="987761" y="1363479"/>
                </a:lnTo>
                <a:cubicBezTo>
                  <a:pt x="987046" y="1391389"/>
                  <a:pt x="991418" y="1341827"/>
                  <a:pt x="989043" y="1346093"/>
                </a:cubicBezTo>
                <a:lnTo>
                  <a:pt x="986960" y="1351857"/>
                </a:lnTo>
                <a:lnTo>
                  <a:pt x="985769" y="1334556"/>
                </a:lnTo>
                <a:cubicBezTo>
                  <a:pt x="983992" y="1300062"/>
                  <a:pt x="982872" y="1251835"/>
                  <a:pt x="982507" y="1216698"/>
                </a:cubicBezTo>
                <a:cubicBezTo>
                  <a:pt x="989105" y="1176777"/>
                  <a:pt x="968656" y="1115073"/>
                  <a:pt x="984836" y="1082381"/>
                </a:cubicBezTo>
                <a:cubicBezTo>
                  <a:pt x="976467" y="1067557"/>
                  <a:pt x="974466" y="1054191"/>
                  <a:pt x="993140" y="1043366"/>
                </a:cubicBezTo>
                <a:cubicBezTo>
                  <a:pt x="994613" y="1005627"/>
                  <a:pt x="972947" y="994211"/>
                  <a:pt x="995544" y="972540"/>
                </a:cubicBezTo>
                <a:cubicBezTo>
                  <a:pt x="1001437" y="952637"/>
                  <a:pt x="1021106" y="938879"/>
                  <a:pt x="1028500" y="923945"/>
                </a:cubicBezTo>
                <a:cubicBezTo>
                  <a:pt x="1032923" y="901661"/>
                  <a:pt x="1022511" y="861628"/>
                  <a:pt x="1022082" y="838835"/>
                </a:cubicBezTo>
                <a:cubicBezTo>
                  <a:pt x="1057150" y="821053"/>
                  <a:pt x="1014683" y="811325"/>
                  <a:pt x="1025925" y="787183"/>
                </a:cubicBezTo>
                <a:cubicBezTo>
                  <a:pt x="1039299" y="775919"/>
                  <a:pt x="1041738" y="767701"/>
                  <a:pt x="1027904" y="756272"/>
                </a:cubicBezTo>
                <a:cubicBezTo>
                  <a:pt x="1092931" y="704439"/>
                  <a:pt x="1063111" y="690611"/>
                  <a:pt x="1088796" y="641639"/>
                </a:cubicBezTo>
                <a:cubicBezTo>
                  <a:pt x="1115586" y="599503"/>
                  <a:pt x="1101832" y="585408"/>
                  <a:pt x="1164389" y="545140"/>
                </a:cubicBezTo>
                <a:cubicBezTo>
                  <a:pt x="1183904" y="515341"/>
                  <a:pt x="1212474" y="444932"/>
                  <a:pt x="1225321" y="413843"/>
                </a:cubicBezTo>
                <a:cubicBezTo>
                  <a:pt x="1235550" y="389613"/>
                  <a:pt x="1230254" y="392779"/>
                  <a:pt x="1241477" y="358607"/>
                </a:cubicBezTo>
                <a:cubicBezTo>
                  <a:pt x="1244505" y="325057"/>
                  <a:pt x="1241891" y="287714"/>
                  <a:pt x="1246119" y="254866"/>
                </a:cubicBezTo>
                <a:cubicBezTo>
                  <a:pt x="1250325" y="233178"/>
                  <a:pt x="1255354" y="194919"/>
                  <a:pt x="1266837" y="161517"/>
                </a:cubicBezTo>
                <a:cubicBezTo>
                  <a:pt x="1312077" y="135871"/>
                  <a:pt x="1280314" y="75805"/>
                  <a:pt x="1315021" y="54455"/>
                </a:cubicBezTo>
                <a:cubicBezTo>
                  <a:pt x="1325412" y="38765"/>
                  <a:pt x="1323873" y="23602"/>
                  <a:pt x="1319335" y="8880"/>
                </a:cubicBezTo>
                <a:lnTo>
                  <a:pt x="1316402" y="852"/>
                </a:lnTo>
                <a:lnTo>
                  <a:pt x="1207569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8" y="609597"/>
            <a:ext cx="7327517" cy="1330841"/>
          </a:xfrm>
        </p:spPr>
        <p:txBody>
          <a:bodyPr>
            <a:normAutofit/>
          </a:bodyPr>
          <a:lstStyle/>
          <a:p>
            <a:r>
              <a:rPr lang="es-CO" noProof="0" dirty="0"/>
              <a:t>Diseño del Microservicio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778" y="1508300"/>
            <a:ext cx="4463228" cy="39085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700" noProof="0" dirty="0"/>
              <a:t>• </a:t>
            </a:r>
            <a:r>
              <a:rPr lang="es-CO" sz="1700" noProof="0" dirty="0" err="1"/>
              <a:t>Endpoints</a:t>
            </a:r>
            <a:r>
              <a:rPr lang="es-CO" sz="1700" noProof="0" dirty="0"/>
              <a:t>:</a:t>
            </a:r>
          </a:p>
          <a:p>
            <a:pPr lvl="1"/>
            <a:r>
              <a:rPr lang="es-CO" sz="1700" noProof="0" dirty="0"/>
              <a:t>GET /</a:t>
            </a:r>
            <a:r>
              <a:rPr lang="es-CO" sz="1700" noProof="0" dirty="0" err="1"/>
              <a:t>providers</a:t>
            </a:r>
            <a:r>
              <a:rPr lang="es-CO" sz="1700" noProof="0" dirty="0"/>
              <a:t>/</a:t>
            </a:r>
            <a:r>
              <a:rPr lang="es-CO" sz="1700" noProof="0" dirty="0" err="1"/>
              <a:t>available</a:t>
            </a:r>
            <a:endParaRPr lang="es-CO" sz="1700" noProof="0" dirty="0"/>
          </a:p>
          <a:p>
            <a:pPr lvl="1"/>
            <a:r>
              <a:rPr lang="es-CO" sz="1700" noProof="0" dirty="0"/>
              <a:t>POST /</a:t>
            </a:r>
            <a:r>
              <a:rPr lang="es-CO" sz="1700" noProof="0" dirty="0" err="1"/>
              <a:t>optimize</a:t>
            </a:r>
            <a:endParaRPr lang="es-CO" sz="1700" noProof="0" dirty="0"/>
          </a:p>
          <a:p>
            <a:pPr lvl="1"/>
            <a:r>
              <a:rPr lang="es-CO" sz="1700" dirty="0"/>
              <a:t>GET </a:t>
            </a:r>
            <a:r>
              <a:rPr lang="es-CO" dirty="0"/>
              <a:t>/tracking/{</a:t>
            </a:r>
            <a:r>
              <a:rPr lang="es-CO" dirty="0" err="1"/>
              <a:t>requestId</a:t>
            </a:r>
            <a:r>
              <a:rPr lang="es-CO" dirty="0"/>
              <a:t>}</a:t>
            </a:r>
            <a:endParaRPr lang="es-CO" sz="1700" noProof="0" dirty="0"/>
          </a:p>
          <a:p>
            <a:pPr marL="0" indent="0">
              <a:buNone/>
            </a:pPr>
            <a:r>
              <a:rPr lang="es-CO" sz="1700" noProof="0" dirty="0"/>
              <a:t>• Patrón </a:t>
            </a:r>
            <a:r>
              <a:rPr lang="es-CO" sz="1700" noProof="0" dirty="0" err="1"/>
              <a:t>Repository</a:t>
            </a:r>
            <a:r>
              <a:rPr lang="es-CO" sz="1700" noProof="0" dirty="0"/>
              <a:t>.</a:t>
            </a:r>
          </a:p>
          <a:p>
            <a:pPr marL="342900" lvl="1" indent="0">
              <a:buNone/>
            </a:pPr>
            <a:r>
              <a:rPr lang="es-CO" sz="1700" noProof="0" dirty="0"/>
              <a:t>• Servicio de optimización en capa </a:t>
            </a:r>
            <a:r>
              <a:rPr lang="es-CO" sz="1700" noProof="0" dirty="0" err="1"/>
              <a:t>Aplicacion</a:t>
            </a:r>
            <a:endParaRPr lang="es-CO" sz="1700" noProof="0" dirty="0"/>
          </a:p>
          <a:p>
            <a:pPr marL="342900" lvl="1" indent="0">
              <a:buNone/>
            </a:pPr>
            <a:r>
              <a:rPr lang="es-CO" sz="1700" noProof="0" dirty="0"/>
              <a:t>• Uso de fórmula </a:t>
            </a:r>
            <a:r>
              <a:rPr lang="es-CO" sz="1700" noProof="0" dirty="0" err="1"/>
              <a:t>Haversine</a:t>
            </a:r>
            <a:r>
              <a:rPr lang="es-CO" sz="1700" noProof="0" dirty="0"/>
              <a:t> para calcular  distancias mas cortas.</a:t>
            </a:r>
          </a:p>
          <a:p>
            <a:endParaRPr lang="es-CO" sz="1700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7D3B4FC-79F4-47D2-9D79-DA876E6AD8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7872" y="2022496"/>
            <a:ext cx="2846279" cy="4043934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81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Servidor">
            <a:extLst>
              <a:ext uri="{FF2B5EF4-FFF2-40B4-BE49-F238E27FC236}">
                <a16:creationId xmlns:a16="http://schemas.microsoft.com/office/drawing/2014/main" id="{9DC0D724-84F7-6AD7-0D31-7D51A799D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8521" y="2743741"/>
            <a:ext cx="2612183" cy="2612183"/>
          </a:xfrm>
          <a:prstGeom prst="rect">
            <a:avLst/>
          </a:prstGeom>
        </p:spPr>
      </p:pic>
      <p:sp>
        <p:nvSpPr>
          <p:cNvPr id="16" name="Rectangle 6">
            <a:extLst>
              <a:ext uri="{FF2B5EF4-FFF2-40B4-BE49-F238E27FC236}">
                <a16:creationId xmlns:a16="http://schemas.microsoft.com/office/drawing/2014/main" id="{2775D660-3127-4688-9782-F7C4639B1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7091" y="5952857"/>
            <a:ext cx="1025718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7BC7A30-8D5D-3124-DC90-F132F0089E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81" y="4169228"/>
            <a:ext cx="4273647" cy="225774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DA9D3B4-F752-2201-A277-253EAAA58C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638" y="3331029"/>
            <a:ext cx="3404513" cy="30880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O" sz="4700" noProof="0"/>
              <a:t>Base de Datos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3"/>
            <a:ext cx="7886700" cy="4563491"/>
          </a:xfrm>
        </p:spPr>
        <p:txBody>
          <a:bodyPr>
            <a:normAutofit/>
          </a:bodyPr>
          <a:lstStyle/>
          <a:p>
            <a:r>
              <a:rPr lang="es-CO" sz="1900" noProof="0" dirty="0"/>
              <a:t>Tabla principal: </a:t>
            </a:r>
            <a:r>
              <a:rPr lang="es-CO" sz="1900" noProof="0" dirty="0" err="1"/>
              <a:t>providers</a:t>
            </a:r>
            <a:endParaRPr lang="es-CO" sz="1900" noProof="0" dirty="0"/>
          </a:p>
          <a:p>
            <a:pPr marL="342900" lvl="1" indent="0">
              <a:buNone/>
            </a:pPr>
            <a:r>
              <a:rPr lang="es-CO" sz="1600" noProof="0" dirty="0"/>
              <a:t>• id</a:t>
            </a:r>
          </a:p>
          <a:p>
            <a:pPr marL="342900" lvl="1" indent="0">
              <a:buNone/>
            </a:pPr>
            <a:r>
              <a:rPr lang="es-CO" sz="1600" noProof="0" dirty="0"/>
              <a:t>• </a:t>
            </a:r>
            <a:r>
              <a:rPr lang="es-CO" sz="1600" noProof="0" dirty="0" err="1"/>
              <a:t>name</a:t>
            </a:r>
            <a:endParaRPr lang="es-CO" sz="1600" noProof="0" dirty="0"/>
          </a:p>
          <a:p>
            <a:pPr marL="342900" lvl="1" indent="0">
              <a:buNone/>
            </a:pPr>
            <a:r>
              <a:rPr lang="es-CO" sz="1600" noProof="0" dirty="0"/>
              <a:t>• </a:t>
            </a:r>
            <a:r>
              <a:rPr lang="es-CO" sz="1600" noProof="0" dirty="0" err="1"/>
              <a:t>latitude</a:t>
            </a:r>
            <a:r>
              <a:rPr lang="es-CO" sz="1600" noProof="0" dirty="0"/>
              <a:t>, </a:t>
            </a:r>
            <a:r>
              <a:rPr lang="es-CO" sz="1600" noProof="0" dirty="0" err="1"/>
              <a:t>longitude</a:t>
            </a:r>
            <a:endParaRPr lang="es-CO" sz="1600" noProof="0" dirty="0"/>
          </a:p>
          <a:p>
            <a:pPr marL="342900" lvl="1" indent="0">
              <a:buNone/>
            </a:pPr>
            <a:r>
              <a:rPr lang="es-CO" sz="1600" noProof="0" dirty="0"/>
              <a:t>• </a:t>
            </a:r>
            <a:r>
              <a:rPr lang="es-CO" sz="1600" noProof="0" dirty="0" err="1"/>
              <a:t>service_type</a:t>
            </a:r>
            <a:endParaRPr lang="es-CO" sz="1600" noProof="0" dirty="0"/>
          </a:p>
          <a:p>
            <a:pPr marL="342900" lvl="1" indent="0">
              <a:buNone/>
            </a:pPr>
            <a:r>
              <a:rPr lang="es-CO" sz="1600" noProof="0" dirty="0"/>
              <a:t>• rating</a:t>
            </a:r>
          </a:p>
          <a:p>
            <a:endParaRPr lang="es-CO" sz="1900" dirty="0"/>
          </a:p>
          <a:p>
            <a:r>
              <a:rPr lang="es-CO" sz="1900" noProof="0" dirty="0"/>
              <a:t>Tabla principal: </a:t>
            </a:r>
            <a:r>
              <a:rPr lang="es-CO" dirty="0" err="1"/>
              <a:t>optimizations</a:t>
            </a:r>
            <a:endParaRPr lang="es-CO" sz="1900" noProof="0" dirty="0"/>
          </a:p>
          <a:p>
            <a:pPr marL="342900" lvl="1" indent="0">
              <a:buNone/>
            </a:pPr>
            <a:r>
              <a:rPr lang="es-CO" sz="1600" noProof="0" dirty="0"/>
              <a:t>• id</a:t>
            </a:r>
          </a:p>
          <a:p>
            <a:pPr marL="342900" lvl="1" indent="0">
              <a:buNone/>
            </a:pPr>
            <a:r>
              <a:rPr lang="es-CO" sz="1600" noProof="0" dirty="0"/>
              <a:t>• </a:t>
            </a:r>
            <a:r>
              <a:rPr lang="es-CO" sz="1600" noProof="0" dirty="0" err="1"/>
              <a:t>name</a:t>
            </a:r>
            <a:endParaRPr lang="es-CO" sz="1600" noProof="0" dirty="0"/>
          </a:p>
          <a:p>
            <a:pPr marL="342900" lvl="1" indent="0">
              <a:buNone/>
            </a:pPr>
            <a:r>
              <a:rPr lang="es-CO" sz="1600" noProof="0" dirty="0"/>
              <a:t>• </a:t>
            </a:r>
            <a:r>
              <a:rPr lang="es-CO" sz="1600" noProof="0" dirty="0" err="1"/>
              <a:t>latitude</a:t>
            </a:r>
            <a:r>
              <a:rPr lang="es-CO" sz="1600" noProof="0" dirty="0"/>
              <a:t>, </a:t>
            </a:r>
            <a:r>
              <a:rPr lang="es-CO" sz="1600" noProof="0" dirty="0" err="1"/>
              <a:t>longitude</a:t>
            </a:r>
            <a:endParaRPr lang="es-CO" sz="1600" noProof="0" dirty="0"/>
          </a:p>
          <a:p>
            <a:pPr marL="342900" lvl="1" indent="0">
              <a:buNone/>
            </a:pPr>
            <a:r>
              <a:rPr lang="es-CO" sz="1600" noProof="0" dirty="0"/>
              <a:t>• </a:t>
            </a:r>
            <a:r>
              <a:rPr lang="es-CO" dirty="0" err="1"/>
              <a:t>requestname</a:t>
            </a:r>
            <a:endParaRPr lang="es-CO" sz="1600" noProof="0" dirty="0"/>
          </a:p>
          <a:p>
            <a:pPr marL="342900" lvl="1" indent="0">
              <a:buNone/>
            </a:pPr>
            <a:r>
              <a:rPr lang="es-CO" sz="1600" noProof="0" dirty="0"/>
              <a:t>• rating</a:t>
            </a:r>
          </a:p>
          <a:p>
            <a:pPr marL="342900" lvl="1" indent="0">
              <a:buNone/>
            </a:pPr>
            <a:r>
              <a:rPr lang="es-CO" sz="1600" noProof="0" dirty="0"/>
              <a:t>• </a:t>
            </a:r>
            <a:r>
              <a:rPr lang="es-CO" dirty="0" err="1"/>
              <a:t>providerid</a:t>
            </a:r>
            <a:endParaRPr lang="es-CO" dirty="0"/>
          </a:p>
          <a:p>
            <a:pPr marL="342900" lvl="1" indent="0">
              <a:buNone/>
            </a:pPr>
            <a:endParaRPr lang="es-CO" sz="1600" noProof="0" dirty="0"/>
          </a:p>
          <a:p>
            <a:pPr marL="342900" lvl="1" indent="0">
              <a:buNone/>
            </a:pPr>
            <a:endParaRPr lang="es-CO" sz="1600" noProof="0" dirty="0"/>
          </a:p>
          <a:p>
            <a:pPr marL="0" indent="0">
              <a:buNone/>
            </a:pPr>
            <a:endParaRPr lang="es-CO" sz="1900" noProof="0" dirty="0"/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F6ECB738-CDBD-B270-909E-2BB9FB661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6507" y="2431596"/>
            <a:ext cx="4772025" cy="23431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O" sz="4700" noProof="0"/>
              <a:t>Frontend React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1676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CO" sz="1900" noProof="0" dirty="0"/>
              <a:t>• Formulario de solicitud.</a:t>
            </a:r>
          </a:p>
          <a:p>
            <a:pPr marL="0" indent="0">
              <a:buNone/>
            </a:pPr>
            <a:r>
              <a:rPr lang="es-CO" sz="1900" noProof="0" dirty="0"/>
              <a:t>• Integración con </a:t>
            </a:r>
            <a:r>
              <a:rPr lang="es-CO" sz="1900" noProof="0" dirty="0" err="1"/>
              <a:t>backend</a:t>
            </a:r>
            <a:r>
              <a:rPr lang="es-CO" sz="1900" noProof="0" dirty="0"/>
              <a:t> vía Axios.</a:t>
            </a:r>
          </a:p>
          <a:p>
            <a:pPr marL="0" indent="0">
              <a:buNone/>
            </a:pPr>
            <a:r>
              <a:rPr lang="es-CO" sz="1900" noProof="0" dirty="0"/>
              <a:t>• UI moderna basada en diseño corporativo.</a:t>
            </a:r>
          </a:p>
          <a:p>
            <a:pPr marL="0" indent="0">
              <a:buNone/>
            </a:pPr>
            <a:r>
              <a:rPr lang="es-CO" sz="1900" noProof="0" dirty="0"/>
              <a:t>• Panel de estado en vivo con </a:t>
            </a:r>
            <a:r>
              <a:rPr lang="es-CO" sz="1900" noProof="0" dirty="0" err="1"/>
              <a:t>SignalR</a:t>
            </a:r>
            <a:r>
              <a:rPr lang="es-CO" sz="1900" noProof="0" dirty="0"/>
              <a:t>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C1CDD6F-6B47-D226-8011-EC4D70366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3429000"/>
            <a:ext cx="6172200" cy="32180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O" sz="4700" noProof="0"/>
              <a:t>Seguimiento en Tiempo Real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0525"/>
            <a:ext cx="7886700" cy="2691310"/>
          </a:xfrm>
        </p:spPr>
        <p:txBody>
          <a:bodyPr>
            <a:normAutofit fontScale="92500" lnSpcReduction="10000"/>
          </a:bodyPr>
          <a:lstStyle/>
          <a:p>
            <a:r>
              <a:rPr lang="es-CO" sz="1900" noProof="0" dirty="0"/>
              <a:t> Implementado con </a:t>
            </a:r>
            <a:r>
              <a:rPr lang="es-CO" sz="1900" noProof="0" dirty="0" err="1"/>
              <a:t>SignalR</a:t>
            </a:r>
            <a:r>
              <a:rPr lang="es-CO" sz="1900" noProof="0" dirty="0"/>
              <a:t>.</a:t>
            </a:r>
          </a:p>
          <a:p>
            <a:r>
              <a:rPr lang="es-CO" sz="1900" noProof="0" dirty="0"/>
              <a:t> Canal de comunicación: /</a:t>
            </a:r>
            <a:r>
              <a:rPr lang="es-CO" sz="1900" noProof="0" dirty="0" err="1"/>
              <a:t>trackHub</a:t>
            </a:r>
            <a:endParaRPr lang="es-CO" sz="1900" noProof="0" dirty="0"/>
          </a:p>
          <a:p>
            <a:r>
              <a:rPr lang="es-CO" sz="1900" noProof="0" dirty="0"/>
              <a:t> El </a:t>
            </a:r>
            <a:r>
              <a:rPr lang="es-CO" sz="1900" noProof="0" dirty="0" err="1"/>
              <a:t>backend</a:t>
            </a:r>
            <a:r>
              <a:rPr lang="es-CO" sz="1900" noProof="0" dirty="0"/>
              <a:t> emite estados de la solicitud:</a:t>
            </a:r>
          </a:p>
          <a:p>
            <a:pPr lvl="1"/>
            <a:r>
              <a:rPr lang="es-CO" sz="1900" dirty="0"/>
              <a:t> </a:t>
            </a:r>
            <a:r>
              <a:rPr lang="es-MX" sz="1900" dirty="0"/>
              <a:t>📡 Solicitud recibida</a:t>
            </a:r>
          </a:p>
          <a:p>
            <a:pPr lvl="1"/>
            <a:r>
              <a:rPr lang="es-MX" sz="1900" dirty="0"/>
              <a:t>📡 Validando ubicación</a:t>
            </a:r>
          </a:p>
          <a:p>
            <a:pPr lvl="1"/>
            <a:r>
              <a:rPr lang="es-MX" sz="1900" dirty="0"/>
              <a:t>📡 Buscando proveedor disponible</a:t>
            </a:r>
          </a:p>
          <a:p>
            <a:pPr lvl="1"/>
            <a:r>
              <a:rPr lang="es-MX" sz="1900" dirty="0"/>
              <a:t>📡 Proveedor encontrado</a:t>
            </a:r>
          </a:p>
          <a:p>
            <a:pPr lvl="1"/>
            <a:r>
              <a:rPr lang="es-MX" sz="1900" dirty="0"/>
              <a:t>📡 Finalizando solicitud</a:t>
            </a:r>
          </a:p>
          <a:p>
            <a:pPr marL="0" indent="0">
              <a:buNone/>
            </a:pPr>
            <a:r>
              <a:rPr lang="es-CO" sz="1900" noProof="0" dirty="0"/>
              <a:t>• El </a:t>
            </a:r>
            <a:r>
              <a:rPr lang="es-CO" sz="1900" noProof="0" dirty="0" err="1"/>
              <a:t>frontend</a:t>
            </a:r>
            <a:r>
              <a:rPr lang="es-CO" sz="1900" noProof="0" dirty="0"/>
              <a:t> escucha eventos en vivo.</a:t>
            </a:r>
          </a:p>
          <a:p>
            <a:pPr marL="0" indent="0">
              <a:buNone/>
            </a:pPr>
            <a:endParaRPr lang="es-CO" sz="19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5679EF0-61B5-6432-5ECB-7DF3F1DBE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471" y="1929383"/>
            <a:ext cx="2101958" cy="465647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C28A34ED-89F5-7F80-51D6-7EDF6975EA0C}"/>
              </a:ext>
            </a:extLst>
          </p:cNvPr>
          <p:cNvSpPr txBox="1"/>
          <p:nvPr/>
        </p:nvSpPr>
        <p:spPr>
          <a:xfrm>
            <a:off x="628650" y="4410380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dirty="0"/>
              <a:t> Flujo  Final: </a:t>
            </a:r>
          </a:p>
          <a:p>
            <a:r>
              <a:rPr lang="es-CO" dirty="0"/>
              <a:t> </a:t>
            </a:r>
            <a:r>
              <a:rPr lang="es-CO" dirty="0" err="1"/>
              <a:t>React</a:t>
            </a:r>
            <a:r>
              <a:rPr lang="es-CO" dirty="0"/>
              <a:t> App  →  POST /</a:t>
            </a:r>
            <a:r>
              <a:rPr lang="es-CO" dirty="0" err="1"/>
              <a:t>optimize</a:t>
            </a:r>
            <a:endParaRPr lang="es-CO" dirty="0"/>
          </a:p>
          <a:p>
            <a:r>
              <a:rPr lang="es-CO" dirty="0"/>
              <a:t>                ↓</a:t>
            </a:r>
          </a:p>
          <a:p>
            <a:r>
              <a:rPr lang="es-CO" dirty="0"/>
              <a:t>     ASP.NET Core genera </a:t>
            </a:r>
            <a:r>
              <a:rPr lang="es-CO" dirty="0" err="1"/>
              <a:t>trackingId</a:t>
            </a:r>
            <a:endParaRPr lang="es-CO" dirty="0"/>
          </a:p>
          <a:p>
            <a:r>
              <a:rPr lang="es-CO" dirty="0"/>
              <a:t>                ↓</a:t>
            </a:r>
          </a:p>
          <a:p>
            <a:r>
              <a:rPr lang="es-CO" dirty="0"/>
              <a:t>   </a:t>
            </a:r>
            <a:r>
              <a:rPr lang="es-CO" dirty="0" err="1"/>
              <a:t>SignalR</a:t>
            </a:r>
            <a:r>
              <a:rPr lang="es-CO" dirty="0"/>
              <a:t> </a:t>
            </a:r>
            <a:r>
              <a:rPr lang="es-CO" dirty="0" err="1"/>
              <a:t>TrackingHub</a:t>
            </a:r>
            <a:r>
              <a:rPr lang="es-CO" dirty="0"/>
              <a:t> → envía eventos</a:t>
            </a:r>
          </a:p>
          <a:p>
            <a:r>
              <a:rPr lang="es-CO" dirty="0"/>
              <a:t>                ↓</a:t>
            </a:r>
          </a:p>
          <a:p>
            <a:r>
              <a:rPr lang="es-CO" dirty="0"/>
              <a:t>   </a:t>
            </a:r>
            <a:r>
              <a:rPr lang="es-CO" dirty="0" err="1"/>
              <a:t>React</a:t>
            </a:r>
            <a:r>
              <a:rPr lang="es-CO" dirty="0"/>
              <a:t> muestra progreso en tiempo real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O" sz="4700" noProof="0"/>
              <a:t>Docker Compose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CO" sz="1900" noProof="0"/>
              <a:t>Servicios incluidos:</a:t>
            </a:r>
          </a:p>
          <a:p>
            <a:pPr marL="342900" lvl="1" indent="0">
              <a:buNone/>
            </a:pPr>
            <a:r>
              <a:rPr lang="es-CO" sz="1900" noProof="0"/>
              <a:t>• db → PostgreSQL</a:t>
            </a:r>
          </a:p>
          <a:p>
            <a:pPr marL="342900" lvl="1" indent="0">
              <a:buNone/>
            </a:pPr>
            <a:r>
              <a:rPr lang="es-CO" sz="1900" noProof="0"/>
              <a:t>• provideroptimizer-api → Backend .NET 8</a:t>
            </a:r>
          </a:p>
          <a:p>
            <a:pPr marL="342900" lvl="1" indent="0">
              <a:buNone/>
            </a:pPr>
            <a:r>
              <a:rPr lang="es-CO" sz="1900" noProof="0"/>
              <a:t>• provideroptimizer-frontend → React/Nginx</a:t>
            </a:r>
          </a:p>
          <a:p>
            <a:r>
              <a:rPr lang="es-CO" sz="1900" noProof="0"/>
              <a:t>Comando de despliegue:</a:t>
            </a:r>
          </a:p>
          <a:p>
            <a:pPr lvl="1"/>
            <a:r>
              <a:rPr lang="es-CO" sz="1900" noProof="0"/>
              <a:t>docker compose up --build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O" sz="4700" noProof="0"/>
              <a:t>Repositorio del Proyecto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CO" sz="1900" noProof="0" dirty="0"/>
              <a:t>GitHub:</a:t>
            </a:r>
          </a:p>
          <a:p>
            <a:pPr lvl="1"/>
            <a:r>
              <a:rPr lang="es-CO" sz="1900" noProof="0" dirty="0"/>
              <a:t>https://github.com/angelicadr/provider-optimizer</a:t>
            </a:r>
          </a:p>
          <a:p>
            <a:endParaRPr lang="es-CO" sz="1900" noProof="0" dirty="0"/>
          </a:p>
          <a:p>
            <a:r>
              <a:rPr lang="es-CO" sz="1900" noProof="0" dirty="0"/>
              <a:t>Incluye:</a:t>
            </a:r>
          </a:p>
          <a:p>
            <a:pPr marL="342900" lvl="1" indent="0">
              <a:buNone/>
            </a:pPr>
            <a:r>
              <a:rPr lang="es-CO" sz="1900" noProof="0" dirty="0"/>
              <a:t>• </a:t>
            </a:r>
            <a:r>
              <a:rPr lang="es-CO" sz="1900" noProof="0" dirty="0" err="1"/>
              <a:t>Backend</a:t>
            </a:r>
            <a:r>
              <a:rPr lang="es-CO" sz="1900" noProof="0" dirty="0"/>
              <a:t> .NET</a:t>
            </a:r>
          </a:p>
          <a:p>
            <a:pPr marL="342900" lvl="1" indent="0">
              <a:buNone/>
            </a:pPr>
            <a:r>
              <a:rPr lang="es-CO" sz="1900" noProof="0" dirty="0"/>
              <a:t>• </a:t>
            </a:r>
            <a:r>
              <a:rPr lang="es-CO" sz="1900" noProof="0" dirty="0" err="1"/>
              <a:t>Frontend</a:t>
            </a:r>
            <a:r>
              <a:rPr lang="es-CO" sz="1900" noProof="0" dirty="0"/>
              <a:t> </a:t>
            </a:r>
            <a:r>
              <a:rPr lang="es-CO" sz="1900" noProof="0" dirty="0" err="1"/>
              <a:t>React</a:t>
            </a:r>
            <a:endParaRPr lang="es-CO" sz="1900" noProof="0" dirty="0"/>
          </a:p>
          <a:p>
            <a:pPr marL="342900" lvl="1" indent="0">
              <a:buNone/>
            </a:pPr>
            <a:r>
              <a:rPr lang="es-CO" sz="1900" noProof="0" dirty="0"/>
              <a:t>• Docker</a:t>
            </a:r>
          </a:p>
          <a:p>
            <a:pPr marL="342900" lvl="1" indent="0">
              <a:buNone/>
            </a:pPr>
            <a:r>
              <a:rPr lang="es-CO" sz="1900" noProof="0" dirty="0"/>
              <a:t>• Scripts SQL</a:t>
            </a:r>
          </a:p>
          <a:p>
            <a:pPr marL="342900" lvl="1" indent="0">
              <a:buNone/>
            </a:pPr>
            <a:r>
              <a:rPr lang="es-CO" sz="1900" noProof="0" dirty="0"/>
              <a:t>• Documentación técnica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8CC4970-7E5D-E020-CA81-0975425AF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351" y="2760325"/>
            <a:ext cx="4571999" cy="29329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66707-5EDA-9BF0-775C-1A801D728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41E872C-090C-C873-7FFE-E74E78B61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4E361-2284-E581-F2D2-1AC98A11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O" sz="3200" noProof="0" dirty="0"/>
              <a:t>• Análisis del </a:t>
            </a:r>
            <a:r>
              <a:rPr lang="es-CO" dirty="0" err="1"/>
              <a:t>Code</a:t>
            </a:r>
            <a:r>
              <a:rPr lang="es-CO" dirty="0"/>
              <a:t> </a:t>
            </a:r>
            <a:r>
              <a:rPr lang="es-CO" dirty="0" err="1"/>
              <a:t>Review</a:t>
            </a:r>
            <a:r>
              <a:rPr lang="es-CO" dirty="0"/>
              <a:t> </a:t>
            </a:r>
            <a:r>
              <a:rPr lang="es-CO" dirty="0" err="1"/>
              <a:t>snippet</a:t>
            </a:r>
            <a:r>
              <a:rPr lang="es-CO" dirty="0"/>
              <a:t> defectuoso</a:t>
            </a:r>
            <a:endParaRPr lang="es-CO" sz="4700" noProof="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CA3E7A3F-59BC-C592-BE3A-B149DB0E5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86522E-3A8F-A79C-46A0-70C3362881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46171" y="1866739"/>
            <a:ext cx="4223658" cy="187334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60A5FCA-E858-5EB4-CC4B-E4E35EE2DCCF}"/>
              </a:ext>
            </a:extLst>
          </p:cNvPr>
          <p:cNvSpPr txBox="1"/>
          <p:nvPr/>
        </p:nvSpPr>
        <p:spPr>
          <a:xfrm>
            <a:off x="261257" y="1866739"/>
            <a:ext cx="47026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Problemas encontrados:</a:t>
            </a:r>
            <a:endParaRPr lang="es-MX" dirty="0"/>
          </a:p>
          <a:p>
            <a:pPr marL="285750" indent="-285750">
              <a:buFontTx/>
              <a:buChar char="-"/>
            </a:pPr>
            <a:r>
              <a:rPr lang="es-CO" dirty="0"/>
              <a:t>No hay verdadera asincronía</a:t>
            </a:r>
            <a:r>
              <a:rPr lang="es-MX" dirty="0"/>
              <a:t>.</a:t>
            </a:r>
          </a:p>
          <a:p>
            <a:pPr marL="285750" indent="-285750">
              <a:buFontTx/>
              <a:buChar char="-"/>
            </a:pPr>
            <a:r>
              <a:rPr lang="es-MX" dirty="0"/>
              <a:t>No se permite </a:t>
            </a:r>
            <a:r>
              <a:rPr lang="es-MX" dirty="0" err="1"/>
              <a:t>async</a:t>
            </a:r>
            <a:r>
              <a:rPr lang="es-MX" dirty="0"/>
              <a:t>/</a:t>
            </a:r>
            <a:r>
              <a:rPr lang="es-MX" dirty="0" err="1"/>
              <a:t>await</a:t>
            </a:r>
            <a:r>
              <a:rPr lang="es-MX" dirty="0"/>
              <a:t> para flujos vinculados a E/S.</a:t>
            </a:r>
          </a:p>
          <a:p>
            <a:pPr marL="285750" indent="-285750">
              <a:buFontTx/>
              <a:buChar char="-"/>
            </a:pPr>
            <a:r>
              <a:rPr lang="es-MX" dirty="0"/>
              <a:t>No se permite validación de entrada ni comprobación de valores nulos.</a:t>
            </a:r>
          </a:p>
          <a:p>
            <a:pPr marL="285750" indent="-285750">
              <a:buFontTx/>
              <a:buChar char="-"/>
            </a:pPr>
            <a:r>
              <a:rPr lang="es-CO" dirty="0"/>
              <a:t>Error de concurrencia</a:t>
            </a:r>
            <a:r>
              <a:rPr lang="es-MX" dirty="0"/>
              <a:t>.</a:t>
            </a:r>
          </a:p>
          <a:p>
            <a:pPr marL="285750" indent="-285750">
              <a:buFontTx/>
              <a:buChar char="-"/>
            </a:pPr>
            <a:r>
              <a:rPr lang="es-MX" dirty="0"/>
              <a:t>No se permite SOLID: la clase asume múltiples responsabilidades y expone el estado mutable.</a:t>
            </a:r>
          </a:p>
          <a:p>
            <a:pPr marL="285750" indent="-285750">
              <a:buFontTx/>
              <a:buChar char="-"/>
            </a:pPr>
            <a:r>
              <a:rPr lang="es-MX" dirty="0"/>
              <a:t>No se permiten DTO ni gestión de errores.</a:t>
            </a:r>
          </a:p>
          <a:p>
            <a:pPr marL="285750" indent="-285750">
              <a:buFontTx/>
              <a:buChar char="-"/>
            </a:pPr>
            <a:r>
              <a:rPr lang="es-MX" dirty="0"/>
              <a:t>No hay separación de responsabilidades</a:t>
            </a:r>
          </a:p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1AE60D9-C2F7-3FE7-DD2B-1BBD76178C35}"/>
              </a:ext>
            </a:extLst>
          </p:cNvPr>
          <p:cNvSpPr txBox="1"/>
          <p:nvPr/>
        </p:nvSpPr>
        <p:spPr>
          <a:xfrm>
            <a:off x="4726918" y="3987460"/>
            <a:ext cx="424291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Recomendaciones: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Control de concurrencia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Validaciones robustas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Arquitectura limpia y extensible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Políticas de selección configurables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Asincronía real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dirty="0"/>
              <a:t>Calidad y resiliencia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15456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CO" sz="4700" noProof="0"/>
              <a:t>Conclusión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onnsiteX0" fmla="*/ 0 w 8140446"/>
              <a:gd name="connsiteY0" fmla="*/ 0 h 18288"/>
              <a:gd name="connsiteX1" fmla="*/ 434157 w 8140446"/>
              <a:gd name="connsiteY1" fmla="*/ 0 h 18288"/>
              <a:gd name="connsiteX2" fmla="*/ 1193932 w 8140446"/>
              <a:gd name="connsiteY2" fmla="*/ 0 h 18288"/>
              <a:gd name="connsiteX3" fmla="*/ 1628089 w 8140446"/>
              <a:gd name="connsiteY3" fmla="*/ 0 h 18288"/>
              <a:gd name="connsiteX4" fmla="*/ 2225055 w 8140446"/>
              <a:gd name="connsiteY4" fmla="*/ 0 h 18288"/>
              <a:gd name="connsiteX5" fmla="*/ 3066235 w 8140446"/>
              <a:gd name="connsiteY5" fmla="*/ 0 h 18288"/>
              <a:gd name="connsiteX6" fmla="*/ 3744605 w 8140446"/>
              <a:gd name="connsiteY6" fmla="*/ 0 h 18288"/>
              <a:gd name="connsiteX7" fmla="*/ 4504380 w 8140446"/>
              <a:gd name="connsiteY7" fmla="*/ 0 h 18288"/>
              <a:gd name="connsiteX8" fmla="*/ 5101346 w 8140446"/>
              <a:gd name="connsiteY8" fmla="*/ 0 h 18288"/>
              <a:gd name="connsiteX9" fmla="*/ 5779717 w 8140446"/>
              <a:gd name="connsiteY9" fmla="*/ 0 h 18288"/>
              <a:gd name="connsiteX10" fmla="*/ 6620896 w 8140446"/>
              <a:gd name="connsiteY10" fmla="*/ 0 h 18288"/>
              <a:gd name="connsiteX11" fmla="*/ 7136458 w 8140446"/>
              <a:gd name="connsiteY11" fmla="*/ 0 h 18288"/>
              <a:gd name="connsiteX12" fmla="*/ 8140446 w 8140446"/>
              <a:gd name="connsiteY12" fmla="*/ 0 h 18288"/>
              <a:gd name="connsiteX13" fmla="*/ 8140446 w 8140446"/>
              <a:gd name="connsiteY13" fmla="*/ 18288 h 18288"/>
              <a:gd name="connsiteX14" fmla="*/ 7543480 w 8140446"/>
              <a:gd name="connsiteY14" fmla="*/ 18288 h 18288"/>
              <a:gd name="connsiteX15" fmla="*/ 7109323 w 8140446"/>
              <a:gd name="connsiteY15" fmla="*/ 18288 h 18288"/>
              <a:gd name="connsiteX16" fmla="*/ 6430952 w 8140446"/>
              <a:gd name="connsiteY16" fmla="*/ 18288 h 18288"/>
              <a:gd name="connsiteX17" fmla="*/ 5915391 w 8140446"/>
              <a:gd name="connsiteY17" fmla="*/ 18288 h 18288"/>
              <a:gd name="connsiteX18" fmla="*/ 5237020 w 8140446"/>
              <a:gd name="connsiteY18" fmla="*/ 18288 h 18288"/>
              <a:gd name="connsiteX19" fmla="*/ 4558650 w 8140446"/>
              <a:gd name="connsiteY19" fmla="*/ 18288 h 18288"/>
              <a:gd name="connsiteX20" fmla="*/ 3880279 w 8140446"/>
              <a:gd name="connsiteY20" fmla="*/ 18288 h 18288"/>
              <a:gd name="connsiteX21" fmla="*/ 3201909 w 8140446"/>
              <a:gd name="connsiteY21" fmla="*/ 18288 h 18288"/>
              <a:gd name="connsiteX22" fmla="*/ 2604943 w 8140446"/>
              <a:gd name="connsiteY22" fmla="*/ 18288 h 18288"/>
              <a:gd name="connsiteX23" fmla="*/ 1845168 w 8140446"/>
              <a:gd name="connsiteY23" fmla="*/ 18288 h 18288"/>
              <a:gd name="connsiteX24" fmla="*/ 1166797 w 8140446"/>
              <a:gd name="connsiteY24" fmla="*/ 18288 h 18288"/>
              <a:gd name="connsiteX25" fmla="*/ 0 w 8140446"/>
              <a:gd name="connsiteY25" fmla="*/ 18288 h 18288"/>
              <a:gd name="connsiteX26" fmla="*/ 0 w 8140446"/>
              <a:gd name="connsiteY2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CO" sz="1900" noProof="0" dirty="0"/>
              <a:t>La solución cumple completamente los requisitos de la prueba:</a:t>
            </a:r>
          </a:p>
          <a:p>
            <a:pPr marL="342900" lvl="1" indent="0">
              <a:buNone/>
            </a:pPr>
            <a:r>
              <a:rPr lang="es-CO" sz="1900" noProof="0" dirty="0"/>
              <a:t>• Diseño escalable.</a:t>
            </a:r>
          </a:p>
          <a:p>
            <a:pPr marL="342900" lvl="1" indent="0">
              <a:buNone/>
            </a:pPr>
            <a:r>
              <a:rPr lang="es-CO" sz="1900" noProof="0" dirty="0"/>
              <a:t>• Arquitectura limpia.</a:t>
            </a:r>
          </a:p>
          <a:p>
            <a:pPr marL="342900" lvl="1" indent="0">
              <a:buNone/>
            </a:pPr>
            <a:r>
              <a:rPr lang="es-CO" sz="1900" noProof="0" dirty="0"/>
              <a:t>• Trazabilidad en tiempo real.</a:t>
            </a:r>
          </a:p>
          <a:p>
            <a:pPr marL="342900" lvl="1" indent="0">
              <a:buNone/>
            </a:pPr>
            <a:r>
              <a:rPr lang="es-CO" sz="1900" noProof="0" dirty="0"/>
              <a:t>• </a:t>
            </a:r>
            <a:r>
              <a:rPr lang="es-CO" sz="1900" dirty="0"/>
              <a:t>Despliegues unificado.</a:t>
            </a:r>
          </a:p>
          <a:p>
            <a:pPr marL="342900" lvl="1" indent="0">
              <a:buNone/>
            </a:pPr>
            <a:r>
              <a:rPr lang="es-CO" sz="1900" dirty="0"/>
              <a:t>• Documentación Técnica y evidencia de pruebas incluida.</a:t>
            </a:r>
          </a:p>
          <a:p>
            <a:pPr marL="342900" lvl="1" indent="0">
              <a:buNone/>
            </a:pPr>
            <a:r>
              <a:rPr lang="es-CO" sz="1900" dirty="0"/>
              <a:t>• Análisis del </a:t>
            </a:r>
            <a:r>
              <a:rPr lang="es-CO" sz="1900" u="sng" dirty="0" err="1"/>
              <a:t>Code</a:t>
            </a:r>
            <a:r>
              <a:rPr lang="es-CO" sz="1900" dirty="0"/>
              <a:t> </a:t>
            </a:r>
            <a:r>
              <a:rPr lang="es-CO" sz="1900" dirty="0" err="1"/>
              <a:t>Review</a:t>
            </a:r>
            <a:r>
              <a:rPr lang="es-CO" sz="1900" dirty="0"/>
              <a:t> </a:t>
            </a:r>
            <a:r>
              <a:rPr lang="es-CO" sz="1900" dirty="0" err="1"/>
              <a:t>snippet</a:t>
            </a:r>
            <a:r>
              <a:rPr lang="es-CO" sz="1900" dirty="0"/>
              <a:t> defectuoso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oleta rojo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cuadro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</TotalTime>
  <Words>538</Words>
  <Application>Microsoft Office PowerPoint</Application>
  <PresentationFormat>Presentación en pantalla (4:3)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Solución Prueba Técnica – Líder Técnico de Desarrollo   (ASISYA) </vt:lpstr>
      <vt:lpstr>Objetivo de la Prueba</vt:lpstr>
      <vt:lpstr>Stack Tecnológico</vt:lpstr>
      <vt:lpstr>Arquitectura General</vt:lpstr>
      <vt:lpstr>Diseño del Microservicio</vt:lpstr>
      <vt:lpstr>Base de Datos</vt:lpstr>
      <vt:lpstr>Frontend React</vt:lpstr>
      <vt:lpstr>Seguimiento en Tiempo Real</vt:lpstr>
      <vt:lpstr>Docker Compose</vt:lpstr>
      <vt:lpstr>Repositorio del Proyecto</vt:lpstr>
      <vt:lpstr>• Análisis del Code Review snippet defectuoso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linaduarte</dc:creator>
  <cp:keywords/>
  <dc:description>generated using python-pptx</dc:description>
  <cp:lastModifiedBy>Luis Carlos Duarte Rangel</cp:lastModifiedBy>
  <cp:revision>10</cp:revision>
  <dcterms:created xsi:type="dcterms:W3CDTF">2013-01-27T09:14:16Z</dcterms:created>
  <dcterms:modified xsi:type="dcterms:W3CDTF">2025-12-02T19:19:21Z</dcterms:modified>
  <cp:category/>
</cp:coreProperties>
</file>